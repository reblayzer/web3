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0" r:id="rId5"/>
    <p:sldId id="281" r:id="rId6"/>
    <p:sldId id="282" r:id="rId7"/>
    <p:sldId id="259" r:id="rId8"/>
    <p:sldId id="261" r:id="rId9"/>
    <p:sldId id="262" r:id="rId10"/>
    <p:sldId id="283" r:id="rId11"/>
    <p:sldId id="277" r:id="rId12"/>
    <p:sldId id="263" r:id="rId13"/>
    <p:sldId id="264" r:id="rId14"/>
    <p:sldId id="265" r:id="rId15"/>
    <p:sldId id="289" r:id="rId16"/>
    <p:sldId id="267" r:id="rId17"/>
    <p:sldId id="284" r:id="rId18"/>
    <p:sldId id="268" r:id="rId19"/>
    <p:sldId id="269" r:id="rId20"/>
    <p:sldId id="270" r:id="rId21"/>
    <p:sldId id="271" r:id="rId22"/>
    <p:sldId id="285" r:id="rId23"/>
    <p:sldId id="286" r:id="rId24"/>
    <p:sldId id="287" r:id="rId25"/>
    <p:sldId id="288" r:id="rId26"/>
    <p:sldId id="290" r:id="rId27"/>
    <p:sldId id="279" r:id="rId2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8:31:09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6836 13642 255 0,'-63'61'0'0,"10"-4"0"0,-5 15 0 0,-6 5 0 0,9-9 0 0,10-5 0 0,7 0 0 0,0-5 0 0,7-4 0 0,2-5 0 0,5-2 0 0,3-10 0 0,5-4 0 0,16-33 0 16,-16 24 0-16,16-24 0 15,0 0 0 1,0 0 0-16,-9 20 0 16,9-20 0-1,0 0 0-15,0 0 0 16,-8 11 0-16,2-7 0 15,2-6 0 1</inkml:trace>
  <inkml:trace contextRef="#ctx0" brushRef="#br0" timeOffset="1007.42">7169 13144 255 0,'0'0'0'0,"0"0"0"0,0 0 0 16,0 0 0-16,0 0 0 0,0 0 0 0,0 0 0 0,0 0 0 0,0 0 0 16,0 0 0-16,0 0 0 15,0 0 0-15,0 0 0 0,0 18 0 16,-6 13 0-1,-4-1 0 1,-1 5 0-16,-3-2 0 16,-1 6 0-16,-1 3 0 15,3-2 0 1,0 0 0-16,2 0 0 16,11-40 0-1,-11 45 0-15,11-45 0 16,0 0 0-1,-9 46 0-15,9-46 0 16,0 39 0 0,0-39 0-16,11 31 0 15,-11-31 0 1,20 18 0-16,-20-18 0 16,29 9 0-16,3-6 0 15,-32-3 0 1,29-8 0-16,-29 8 0 15,28-13 0 1,-5-4 0-16</inkml:trace>
  <inkml:trace contextRef="#ctx0" brushRef="#br0" timeOffset="1422.54">7018 13432 255 0,'0'0'0'0,"0"0"0"0,0 0 0 0,0 0 0 0,0 0 0 0,0 0 0 15,0 0 0-15,-2-3 0 16,-9-5 0 0,9 5 0-16,2-6 0 15,15 0 0 1,12-2 0-16,6 1 0 15,7 0 0-15,18-1 0 16,9 5 0 0,2-1 0-1,0-2 0-15,-19-2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8:33:36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24674 5226 255 0,'-9'-54'0'0,"-2"7"0"0,-5 1 0 0,-4-4 0 0,-2 3 0 0,-7-1 0 0,-5-6 0 16,-4-3 0 0,-4 5 0-1,-5 6 0-15,-1 3 0 16,-3 5 0-16,-2 3 0 16,3 3 0-16,3 5 0 15,3 6 0 1,8 2 0-16,36 19 0 15,-36-15 0 1,36 15 0-16,-37-18 0 16,11 0 0-16</inkml:trace>
  <inkml:trace contextRef="#ctx0" brushRef="#br0" timeOffset="901.15">22997 3541 255 0,'0'0'0'0,"-26"16"0"0,-12 14 0 0,5-1 0 0,6 1 0 0,9 5 0 0,9-4 0 16,9-6 0-1,7 0 0-15,11-3 0 16,6 0 0-16,7-5 0 15,14 3 0-15,2 1 0 16,-2-3 0 0,-1 2 0-16,-44-20 0 15,39 17 0 1,-39-17 0 0,24 24 0-16,-16 0 0 15,-18-1 0-15,-12 3 0 16,-15 0 0-1,-15 3 0-15,-18 3 0 16,-17 2 0 0,-4-12 0-16,91-22 0 15,-84 8 0 1,24-19 0-16,25-2 0 16</inkml:trace>
  <inkml:trace contextRef="#ctx0" brushRef="#br0" timeOffset="1381.53">23383 3857 255 0,'0'0'0'0,"0"0"0"0,20-2 0 0,18-5 0 0,13-11 0 0,11-13 0 0,-5-6 0 15,-15-4 0-15,-42 41 0 0,25-40 0 16,-21 5 0-16,-20 19 0 16,-12 11 0-16,-17 17 0 15,-21 17 0 1,-22 32 0 0,-1 25 0-16,15 10 0 15,40-6 0-15,34-22 0 16,27-29 0-1,19-26 0-15,24-18 0 16,21-19 0 0,13-20 0-1,-22-2 0-15</inkml:trace>
  <inkml:trace contextRef="#ctx0" brushRef="#br0" timeOffset="2002.84">23989 3708 255 0,'0'0'0'0,"0"0"0"15,0 0 0-15,0 0 0 16,0 0 0 0,0 0 0-1,0 0 0 1,0 0 0-16,0 0 0 0,0 0 0 16,0 0 0-1,0 0 0-15,0 0 0 16,0 0 0-1,0 0 0-15,0 0 0 16,0 0 0 0,0 0 0-16,0 0 0 15,0 0 0 1,7 19 0 0,1 21 0-16,4 7 0 15,-3 1 0 1,-3-8 0-16,-2-8 0 15,0-8 0-15,-2-7 0 16,-2-2 0-16,2-6 0 16,-4-5 0-1,-4-7 0-15,6-1 0 16,0-7 0 0,8-7 0-16,8-6 0 15,11-8 0 1,13-10 0-16,15-4 0 15,20 4 0-15,1 11 0 16,-10 20 0 0,-66 11 0-16,48-2 0 15</inkml:trace>
  <inkml:trace contextRef="#ctx0" brushRef="#br0" timeOffset="2432.92">24736 3762 255 0,'-4'0'0'0,"-1"-6"0"0,5 6 0 0,-2-4 0 0,2 2 0 0,-6 4 0 0,-2 10 0 0,2 8 0 0,2 10 0 15,-1 6 0-15,1 9 0 16,2-5 0-16,4-3 0 16,0-9 0-1,0-8 0 1,-2-3 0-16,7-8 0 15,1-5 0-15,11-12 0 16,8-11 0 0,7-10 0-16,8-17 0 15,9-4 0 1,8-13 0-16,-3 2 0 16,-6 8 0-16,-11 7 0 15</inkml:trace>
  <inkml:trace contextRef="#ctx0" brushRef="#br0" timeOffset="2828.94">25243 3885 255 0,'0'-3'0'0,"6"-2"0"15,9-1 0-15,3-4 0 16,6-8 0-16,-1-2 0 16,0-3 0-1,-3 0 0 1,-2-2 0-16,-7-2 0 15,-2 4 0-15,-11 5 0 16,-7 5 0 0,-7 11 0-16,-3 12 0 15,-6 11 0-15,0 14 0 16,5 15 0 0,8 13 0-16,14 2 0 15,22-16 0 1,11-17 0-16,-6-20 0 15</inkml:trace>
  <inkml:trace contextRef="#ctx0" brushRef="#br0" timeOffset="3204.63">25717 3696 255 0,'0'0'0'0,"0"0"0"15,0 0 0-15,0 27 0 16,-7 23 0 0,-4 12 0-1,-2 5 0 1,13-67 0-16,0 0 0 0,0 0 0 15,-15 56 0 1,7-27 0-16,16-29 0 16,11-15 0-1,14-13 0-15,21-12 0 16,16-2 0 0,12-3 0-16,6 12 0 15,-21 22 0 1,-67 11 0-16,40-6 0 15</inkml:trace>
  <inkml:trace contextRef="#ctx0" brushRef="#br0" timeOffset="3463.05">26305 3958 255 0,'0'0'0'16,"25"-5"0"-16,20-4 0 16,4 3 0-16,0 3 0 15,-3-1 0 1,5 2 0-16,-3 0 0 15,-3 2 0-15</inkml:trace>
  <inkml:trace contextRef="#ctx0" brushRef="#br0" timeOffset="4147.37">27218 3796 255 0,'0'0'0'16,"0"0"0"-16,0 0 0 15,-25 4 0 1,-28 13 0-16,-30 21 0 16,-16 20 0-16,11 11 0 15,22 4 0 1,28-11 0-1,25-16 0-15,13-46 0 16,7 33 0-16,8-13 0 16,5-13 0-1,9-11 0-15,4-11 0 16,20-16 0-16,5-18 0 16,11-19 0-1,3-15 0 1,-14-2 0-16,-9 5 0 15,-8 7 0-15,-19 9 0 16,-9 20 0 0,-9 11 0-16,-4 13 0 15,-4 8 0 1,-7 7 0-16,-3 14 0 16,-5 12 0-1,-5 11 0-15,0 15 0 16,4 4 0-1,7-1 0-15,4 2 0 16,5-2 0-16,1-2 0 16,3-3 0-1,0-1 0-15,0-8 0 16,0-36 0 0,0 0 0-16,0 0 0 15,3 33 0 1,-3-33 0-16,0 0 0 15,0 0 0-15,0 19 0 16,0-19 0 0,0 0 0-1,0 13 0-15,-3-6 0 16,-2-7 0-16</inkml:trace>
  <inkml:trace contextRef="#ctx0" brushRef="#br0" timeOffset="5057.35">26853 3168 255 0,'-56'13'0'0,"12"6"0"0,1 12 0 0,11-1 0 0,8 0 0 0,11-2 0 0,15-8 0 16,9-1 0-16,9-8 0 16,9 4 0-16,5-4 0 15,0 0 0 1,-5 0 0-16,-7 2 0 15,-9 0 0 1,-11 4 0-16,-10 0 0 16,-15 4 0-1,-6 1 0-15,-11 2 0 16,0 0 0 0,2-3 0-16,38-21 0 15,-33 11 0-15</inkml:trace>
  <inkml:trace contextRef="#ctx0" brushRef="#br0" timeOffset="5262.22">27075 3369 255 0,'0'0'0'16,"0"0"0"-16,0 0 0 15,0 0 0 1,0 20 0-16,-8 16 0 16,-7-9 0-1,2-13 0-15</inkml:trace>
  <inkml:trace contextRef="#ctx0" brushRef="#br0" timeOffset="5405.54">26945 3122 255 0,'0'0'0'16,"0"0"0"-16,0 0 0 15,0 0 0-15</inkml:trace>
  <inkml:trace contextRef="#ctx0" brushRef="#br0" timeOffset="6425.31">27494 3879 255 0,'0'-24'0'0,"-2"8"0"0,-12 7 0 0,-6 6 0 0,-7 3 0 0,0 10 0 0,4 1 0 0,3 5 0 16,9-1 0-1,7 1 0-15,12 0 0 16,13-6 0-16,8-6 0 15,11-8 0 1,14-4 0-16,8-10 0 16,2-6 0-1,-13-1 0-15,-13 0 0 16,-11 3 0-16,-12 2 0 16,-13 5 0-1,-7 1 0 1,-12 7 0-16,-10 13 0 15,-6 9 0-15,-12 16 0 16,-4 17 0 0,6 20 0-16,12 11 0 15,22-5 0 1,22-6 0-16,20-21 0 16,24-15 0-1,-5-16 0-15</inkml:trace>
  <inkml:trace contextRef="#ctx0" brushRef="#br0" timeOffset="7968.8">29136 5174 255 0,'110'-82'0'0,"-2"3"0"0,18-5 0 0,-7 3 0 0,-28 20 0 0,-17 19 0 0,-6 6 0 0,-1 1 0 15,-15 2 0-15</inkml:trace>
  <inkml:trace contextRef="#ctx0" brushRef="#br0" timeOffset="9402.54">30881 2627 255 0,'-62'-9'0'0,"-5"12"0"16,-20 24 0-16,-41 37 0 0,-16 34 0 0,17 22 0 0,37 5 0 0,43-10 0 0,32-1 0 15,24-17 0 1,24-12 0-16,23-16 0 16,18-22 0-16,17-23 0 15,20-17 0-15,0-17 0 16,-26-11 0 0</inkml:trace>
  <inkml:trace contextRef="#ctx0" brushRef="#br0" timeOffset="9779.83">31210 2589 255 0,'0'0'0'0,"0"0"0"16,0 0 0-1,0 0 0-15,0 0 0 16,0 0 0 0,0 0 0-16,0 25 0 15,0 33 0 1,-9 42 0-16,-4 46 0 15,-11 27 0 1,0-18 0-16,13-24 0 16,0-33 0-1,11-98 0-15,-9 66 0 16</inkml:trace>
  <inkml:trace contextRef="#ctx0" brushRef="#br0" timeOffset="9984.65">31458 3358 255 0,'0'0'0'16,"0"0"0"-16,-5 26 0 16,-3 18 0-16,-5 16 0 15,-5 2 0 1,3-16 0-1,5-26 0 1</inkml:trace>
  <inkml:trace contextRef="#ctx0" brushRef="#br0" timeOffset="10141.17">31414 2976 255 0,'0'0'0'0,"0"0"0"16,0 0 0-1,0 0 0-15</inkml:trace>
  <inkml:trace contextRef="#ctx0" brushRef="#br0" timeOffset="10522.91">31725 3493 255 0,'0'0'0'0,"0"0"0"15,27-12 0 1,15-9 0-16,9-14 0 15,2-4 0 1,-53 39 0-16,35-47 0 16,-20 1 0-1,-15 46 0-15,-4-24 0 16,-13 13 0-16,-8 17 0 16,-6 15 0-1,-8 25 0-15,1 32 0 16,0 26 0-1,15 13 0-15,29-24 0 16,25-39 0 0,11-35 0-16,1-23 0 15,-12-11 0 1</inkml:trace>
  <inkml:trace contextRef="#ctx0" brushRef="#br0" timeOffset="10943.05">32172 3473 255 0,'0'0'0'0,"0"0"0"15,0 0 0-15,0 0 0 16,0 0 0 0,0 0 0-16,0 0 0 15,0 0 0 1,17 0 0-16,11 0 0 15,-7 0 0-15,-6 2 0 16,-6 11 0 0,-12 15 0-16,-8 13 0 15,-9 20 0 1,-5 14 0-16,25-75 0 16,0 0 0-1,-14 63 0-15,26-35 0 16,9-33 0-1,8-12 0-15,0-8 0 16,10-4 0 0,-2 6 0-16,-1 9 0 15,-7 17 0 1,-7 16 0-16,-6 13 0 16,-5 24 0-16,-2 11 0 15,-9-67 0 1,2 47 0-16</inkml:trace>
  <inkml:trace contextRef="#ctx0" brushRef="#br0" timeOffset="11524.27">32962 2530 255 0,'0'0'0'0,"0"0"0"0,0 0 0 16,0 0 0-16,-2 24 0 0,-11 32 0 0,-19 46 0 15,-18 46 0 1,-7 35 0-16,6-6 0 16,11-25 0-16,17-31 0 15,2-18 0-15,5-10 0 16,3-5 0 0,0-17 0-16,13-71 0 15,0 0 0 1,-13 45 0-16,-2-38 0 15,5-28 0-15,1-15 0 16,1-20 0 0,1-10 0-1,7 66 0-15,-3-71 0 16,3 71 0-16,0 0 0 16,0 0 0-1,3-54 0-15,4 43 0 16,3 20 0-1,4 8 0-15,4 10 0 16,8 1 0-16,16 4 0 16,8-13 0-1,6-18 0-15,0-3 0 16</inkml:trace>
  <inkml:trace contextRef="#ctx0" brushRef="#br0" timeOffset="11753.43">33150 3613 255 0,'0'0'0'0,"0"0"0"0,0 0 0 0,20 5 0 0,22 4 0 0,16-2 0 16,5-3 0-16</inkml:trace>
  <inkml:trace contextRef="#ctx0" brushRef="#br0" timeOffset="12393.69">31208 4487 255 0,'0'0'0'0,"-24"-10"0"15,-24-6 0 1,-8 14 0 0,-17 16 0-16,-15 20 0 15,-8 26 0-15,19 4 0 16,27 7 0 0,21-10 0-16,24-15 0 15,21-3 0 1,15-8 0-16,20 0 0 15,23 0 0 1,15 1 0 0,22 3 0-16,-7-4 0 15,-14-3 0-15,-30-8 0 16,-60-24 0 0,29 20 0-16,-31-2 0 15,-21-1 0-15,-16 0 0 16,-28 3 0-1,-27 4 0 1,-37 5 0-16,2 0 0 16,26-2 0-16,103-27 0 15,-69 12 0 1,26-12 0-16</inkml:trace>
  <inkml:trace contextRef="#ctx0" brushRef="#br0" timeOffset="12647.03">31689 5209 255 0,'-8'56'0'0,"-11"28"0"15,-6-9 0-15,8-15 0 0,1-24 0 0,-2-29 0 0,7-10 0 16</inkml:trace>
  <inkml:trace contextRef="#ctx0" brushRef="#br0" timeOffset="12808.76">31626 4720 255 0,'0'0'0'0,"0"0"0"16,0 0 0 0,0 0 0-16,0 0 0 15</inkml:trace>
  <inkml:trace contextRef="#ctx0" brushRef="#br0" timeOffset="14022.85">32192 5228 255 0,'0'0'0'0,"0"0"0"0,0 0 0 0,0 0 0 0,0 0 0 0,0 0 0 15,0 0 0-15,-20 4 0 0,-23 12 0 0,-7 18 0 16,-9 14 0 0,1 21 0-16,6 12 0 15,17-7 0-15,17-13 0 16,16-19 0 0,2-42 0-16,11 25 0 15,9-19 0 1,7-24 0-16,6-13 0 15,14-23 0-15,10-24 0 16,20-40 0 0,11-23 0-16,-13-2 0 15,-17 16 0 1,-16 31 0-16,-17 27 0 16,-10 15 0-1,-15 54 0-15,0 0 0 16,0 0 0-1,-5-29 0-15,-11 26 0 16,-1 19 0 0,-2 8 0-16,-4 16 0 15,2 23 0-15,-2 9 0 16,5 22 0 0,7 8 0-16,11-5 0 15,7-12 0 1,7-12 0-16,1-7 0 15,5-15 0 1,5-4 0-16,-25-47 0 16,32 31 0-1,6-14 0-15,1-13 0 16,6-14 0 0,2-13 0-16,3-8 0 15,4-11 0 1,-6-7 0-16,-9-2 0 15,-13 1 0 1,-10 5 0-16,-16 45 0 16,-2-34 0-16,-14 15 0 15,-6 12 0 1,-10 16 0-16,-4 16 0 16,-6 19 0-1,0 23 0-15,3 22 0 16,14 5 0-1,25-15 0-15,23-21 0 16,15-12 0 0,20-12 0-16,16-10 0 15,14-17 0-15,-21-4 0 16</inkml:trace>
  <inkml:trace contextRef="#ctx0" brushRef="#br0" timeOffset="75053.34">10216 11176 255 0,'52'-5'0'0,"-9"1"0"0,1 2 0 0,2 2 0 0,0-3 0 0,6 3 0 0,2 0 0 0,13 5 0 0,6-1 0 0,9 1 0 16,5-1 0-16,0-1 0 0,-3-1 0 0,0 0 0 0,1 1 0 0,3-3 0 15,0 2 0-15,7-2 0 16,-1 4 0-1,0-2 0-15,1 1 0 16,6 3 0 0,-1 1 0-16,4 0 0 15,3-2 0 1,5-5 0-16,2 4 0 16,0 0 0-1,-2 0 0-15,0-1 0 16,-7-1 0-1,-6 2 0-15,1 6 0 16,1-7 0-16,-4 3 0 16,-4-2 0-1,4 2 0-15,-8-1 0 16,-1 0 0 0,-17-1 0-16,-9 0 0 15,-7-2 0-15,-9 3 0 16,-46-5 0-1,43 2 0 1,-43-2 0-16,0 0 0 16,0 0 0-16,33 2 0 15,-33-2 0 1,0 0 0-16,15 2 0 16,-15-2 0-1,0-2 0-15</inkml:trace>
  <inkml:trace contextRef="#ctx0" brushRef="#br0" timeOffset="75566.03">11864 11372 255 0,'0'0'0'0,"0"0"0"0,0 0 0 0,0 0 0 0,0 0 0 0,0 0 0 0,12 6 0 0,5 10 0 16,-9 16 0-1,-2 9 0-15,-8 7 0 16,-12 6 0-16,-11 11 0 15,-15 4 0 1,-14 3 0-16,-22 5 0 16,-7-11 0-1,-4-13 0-15,-5-12 0 16,0-12 0 0,2-11 0-16,4-13 0 15,26-5 0-15</inkml:trace>
  <inkml:trace contextRef="#ctx0" brushRef="#br0" timeOffset="76221.97">7767 11590 255 0,'0'71'0'0,"0"-4"0"0,0 25 0 0,4 38 0 0,4 11 0 0,0-20 0 0,-1-30 0 16,-7-91 0-16,4 67 0 0,-2-27 0 0</inkml:trace>
  <inkml:trace contextRef="#ctx0" brushRef="#br0" timeOffset="76718.02">7604 12005 255 0,'0'0'0'0,"0"0"0"0,0 0 0 16,4-12 0-16,12-15 0 15,8 8 0 1,3 4 0-16,6 3 0 15,9 10 0 1,10 4 0-16,11 15 0 16,9 7 0-1,1 14 0 1,2 9 0-16,-10-1 0 16,-15 3 0-16,-11-1 0 15,-7-1 0-15,-12-1 0 16,-23-3 0-1,-12-2 0-15,-13-4 0 16,-12-1 0 0,-17-4 0-16,-9-6 0 15,-1-11 0 1,0-7 0-16,4-11 0 16,11-5 0-1,21-8 0-15,12-4 0 16,17-5 0-1,6-1 0-15</inkml:trace>
  <inkml:trace contextRef="#ctx0" brushRef="#br0" timeOffset="77199.17">8427 12212 255 0,'0'0'0'16,"0"0"0"-16,0 0 0 0,0 0 0 0,0 0 0 0,22-5 0 0,15-15 0 16,5-9 0-1,-7-3 0-15,-6 3 0 0,-10-2 0 16,-10 0 0 0,-11 6 0-1,-13 5 0-15,-5 4 0 16,-6 8 0-16,-1 13 0 15,2 11 0 1,0 13 0 0,2 23 0-16,13 17 0 15,22 11 0-15,15 4 0 16,17-11 0 0,14-15 0-16,3-24 0 15,-11-21 0-15,-13-13 0 16</inkml:trace>
  <inkml:trace contextRef="#ctx0" brushRef="#br0" timeOffset="77896.58">9445 11397 255 0,'0'0'0'0,"0"0"0"15,-10-17 0-15,-11-8 0 16,-2 6 0 0,-1 13 0-16,-1 10 0 15,0 14 0 1,1 16 0-16,-3 20 0 15,0 26 0-15,5 32 0 16,2 31 0 0,8 11 0-16,2-11 0 15,3-11 0 1,7-8 0-16,-4-13 0 16,-1-9 0-1,5-11 0 1,-5-13 0-16,-3-14 0 0,8-64 0 15,-6 45 0 1,6-45 0 0,0 0 0-16,-6 26 0 15,-4-26 0 1,4-16 0-16,4-13 0 16,0-17 0-16,-5-19 0 15,0-21 0 1,-2-17 0-16,-2-4 0 15,-5 19 0 1,1 29 0 0,15 59 0-16,-18-34 0 15,18 34 0-15,0 0 0 16,-13-15 0 0,9 15 0-16,10 7 0 15,11 5 0-15,15-4 0 16,6 1 0-1,19-5 0 1,7 2 0-16,3-9 0 16,-6-1 0-1,-5-5 0-15,-8-6 0 16,-11 4 0-16</inkml:trace>
  <inkml:trace contextRef="#ctx0" brushRef="#br0" timeOffset="78281.3">9696 12155 255 0,'-59'21'0'0,"12"4"0"0,-1 14 0 16,8 10 0-16,16 6 0 0,22 13 0 0,15-1 0 0,21-6 0 0,9-12 0 15,8-18 0-15,8-12 0 16,3-19 0-16,-6-22 0 16,-7-8 0-1,-10-16 0-15,-15-13 0 16,-19-13 0-1,-28-20 0-15,-22-6 0 16,-8 17 0-16,-10 34 0 16,2 33 0-1,12 18 0-15,11 11 0 16,14-1 0 0</inkml:trace>
  <inkml:trace contextRef="#ctx0" brushRef="#br0" timeOffset="78782.25">10136 11957 255 0,'0'0'0'15,"0"0"0"-15,0 0 0 16,0 25 0 0,-4 21 0-16,-3 12 0 15,1 9 0 1,-4 4 0-16,2 2 0 16,-5-6 0-16,-8-12 0 15,21-55 0 1,-18 54 0-1,18-54 0-15,0 0 0 16,0 0 0-16,-17 42 0 16,2-28 0-1,9-23 0-15,6-14 0 16,8-10 0 0,11-9 0-1,10-4 0-15,11-2 0 16,12 0 0-16,-3 12 0 15,3 12 0-15,-3 8 0 16,-49 16 0 0,40-5 0-1,-40 5 0 1,0 0 0-16,33 8 0 0</inkml:trace>
  <inkml:trace contextRef="#ctx0" brushRef="#br0" timeOffset="79166.5">10709 12301 255 0,'0'0'0'0,"32"-4"0"0,12-15 0 0,-3-7 0 16,-3-4 0-16,-11 1 0 0,-12 2 0 0,-13 4 0 15,-13 2 0-15,-14 4 0 16,-8 9 0 0,-14 12 0-16,-14 15 0 15,-8 19 0-15,5 26 0 16,16 19 0-1,34-6 0-15,37-13 0 16,24-10 0 0,21-11 0-1,24-3 0-15,8-14 0 16,-10-10 0-16,-17-9 0 16,-22-6 0-1</inkml:trace>
  <inkml:trace contextRef="#ctx0" brushRef="#br0" timeOffset="80115.47">8273 13223 255 0,'-63'-4'0'0,"9"7"0"16,-10 8 0-16,-1 22 0 0,4 24 0 0,6 15 0 0,11 13 0 15,20 4 0 1,14-5 0-16,18-17 0 16,7-18 0-16,10-16 0 15,11-14 0 1,2-12 0-16,9-16 0 16,3-20 0-1,15-21 0-15,1-22 0 16,5-27 0-16,-6-11 0 15,-2-13 0 1,-16 2 0-16,-11 7 0 16,-11 11 0-1,-12 16 0-15,-9 15 0 16,-4 72 0 0,-6-56 0-16,6 56 0 15,-21-30 0 1,-4 25 0-16,1 23 0 15,6 13 0-15,1 27 0 16,1 24 0 0,7 28 0-16,7 20 0 15,13-5 0 1,11-19 0-16,7-17 0 16,8-9 0-1,0-10 0-15,1-13 0 16,-5-9 0-1,4-10 0-15,-37-38 0 16,27 19 0 0,-7-13 0-16</inkml:trace>
  <inkml:trace contextRef="#ctx0" brushRef="#br0" timeOffset="80628.77">8883 13537 255 0,'58'-10'0'0,"-14"-9"0"0,-9-9 0 0,-2-2 0 0,-8-1 0 0,-12-1 0 15,-11 3 0-15,-8 1 0 16,-9 6 0 0,-10 12 0-16,-8 12 0 15,-3 16 0 1,-3 20 0-16,5 24 0 16,17 17 0-16,17 7 0 15,22 2 0 1,18-16 0-16,10-25 0 15,3-19 0-15,5-16 0 16,4-17 0 0,-16-5 0-16</inkml:trace>
  <inkml:trace contextRef="#ctx0" brushRef="#br0" timeOffset="80928.75">9519 13352 255 0,'0'0'0'0,"4"37"0"0,6 38 0 15,14 34 0 1,14 41 0-16,2 24 0 15,-5 0 0 1,2-13 0 0,-8-11 0-16,-9-25 0 15,-9-24 0-15,-13-31 0 16,2-70 0-16,-20 34 0 16,0-21 0-1</inkml:trace>
  <inkml:trace contextRef="#ctx0" brushRef="#br0" timeOffset="81331.62">9221 13608 255 0,'0'0'0'16,"0"0"0"-16,0-22 0 15,5-20 0 1,12-7 0-16,10 4 0 15,13 7 0 1,17 5 0-16,17 10 0 16,8 10 0-1,3 15 0-15,-3 13 0 16,-11 10 0-16,-16 9 0 16,-16-1 0-1,-14 2 0 1,-17 4 0-1,-12-1 0-15,-14 0 0 0,-14 0 0 16,-10-7 0 0,-8-8 0-16,-10-6 0 15,-1-10 0 1,1-14 0-16,7-14 0 16,12-16 0-1,17-11 0-15,10-16 0 16,18-4 0-1,4 3 0-15</inkml:trace>
  <inkml:trace contextRef="#ctx0" brushRef="#br0" timeOffset="81564.42">10116 12685 255 0,'0'0'0'0,"18"21"0"0,7 16 0 0,-15 22 0 0,-10 30 0 16,-12 47 0-1,-15 23 0 1,-11 0 0-16,7-24 0 16,13-26 0-16,11-29 0 15,16-23 0-15,3-23 0 16</inkml:trace>
  <inkml:trace contextRef="#ctx0" brushRef="#br0" timeOffset="82014.38">10587 13521 255 0,'0'0'0'15,"0"0"0"-15,0 0 0 16,-23 5 0-16,-27 13 0 16,-7 20 0-1,-8 20 0-15,-1 25 0 16,22 9 0 0,26-17 0-16,22-17 0 15,23-17 0 1,12-12 0-16,12-14 0 15,16-12 0 1,5-14 0-16,4-12 0 16,-2-10 0-1,-17-7 0-15,-18-3 0 16,-22-2 0 0,-21 0 0-16,-23 1 0 15,-18-5 0-15,-21 1 0 16,-17 8 0-1,-7 11 0-15,19 16 0 16,23 6 0-16,23 0 0 16,21 0 0-1,6-1 0 1</inkml:trace>
  <inkml:trace contextRef="#ctx0" brushRef="#br0" timeOffset="82816.52">11045 13412 255 0,'0'0'0'15,"0"0"0"-15,0 0 0 0,0 0 0 0,0 0 0 0,-2 20 0 0,-10 23 0 0,8 9 0 0,6 7 0 0,9-5 0 16,18-11 0-1,8-17 0-15,5-12 0 16,4-10 0-16,4-11 0 16,-2-6 0-1,-8-4 0-15,-40 17 0 16,33-26 0 0,-33 26 0-16,20-22 0 15,-20 22 0 1,-4-12 0-16,-10 12 0 15,-1 8 0 1,-1 7 0-16,5 7 0 16,5 7 0-1,12 6 0 1,5 5 0-16,16 13 0 0,10 10 0 16,20 15 0-1,5 10 0-15,-6-1 0 16,-3-3 0-1,-7-3 0-15,-6-3 0 16,-9-12 0 0,-11-8 0-16,-13-10 0 15,-7-6 0 1,-9-7 0-16,-11-6 0 16,-9-8 0-16,-24 4 0 15,-33-4 0 1,-32-9 0-16,-32-12 0 15,-7-12 0 1,29-6 0 0,31-11 0-16,34-3 0 15,31-5 0-15,21-8 0 16,18-4 0-16,19-9 0 31,23-9 0-31,23-1 0 0,0 8 0 16</inkml:trace>
  <inkml:trace contextRef="#ctx0" brushRef="#br0" timeOffset="84296.26">15495 11126 255 0,'68'3'0'0,"-13"4"0"0,14 3 0 0,13-3 0 0,5 11 0 0,9-2 0 0,6-2 0 0,4 0 0 16,2-3 0-16,10-6 0 15,14 2 0-15,9 1 0 16,-7 0 0 0,5 2 0-16,4-2 0 15,5-2 0 1,2 2 0-16,2-2 0 16,3-4 0-1,8 5 0-15,6-1 0 16,3 2 0-1,1 1 0-15,0-5 0 16,-4 4 0-16,0 4 0 16,-11-1 0-1,-12-2 0-15,-16 3 0 16,-21-6 0 0,-24-6 0-16,-31-2 0 15</inkml:trace>
  <inkml:trace contextRef="#ctx0" brushRef="#br0" timeOffset="84811.61">18057 11372 255 0,'0'0'0'0,"-4"25"0"0,-13 22 0 0,-7 23 0 0,-2 44 0 0,5 33 0 16,13 7 0 0,20-24 0-1,23-27 0-15,16-19 0 16,21-10 0-16,20-11 0 16,23-11 0-1,-15-16 0-15</inkml:trace>
  <inkml:trace contextRef="#ctx0" brushRef="#br0" timeOffset="87359.14">19441 12532 255 0,'-14'-45'0'0,"2"17"0"0,-1 4 0 0,-7-1 0 0,0 5 0 0,-2 6 0 0,-7 4 0 0,0 10 0 0,-1 10 0 0,-1 14 0 0,-9 13 0 15,7 19 0-15,4 17 0 0,8 5 0 0,13-4 0 0,12-10 0 0,9-24 0 16,-13-40 0 0,29 24 0-16,2-12 0 15,0-17 0 1,0-10 0-16,1-13 0 15,11-16 0 1,6-12 0-16,0-10 0 16,-13 11 0-1,-15 21 0-15,-13 20 0 16,-3 21 0 0,-5 18 0-16,-2 14 0 15,-3 16 0-15,7 15 0 16,7-1 0-1,9-20 0-15,0-26 0 16,-7-14 0-16</inkml:trace>
  <inkml:trace contextRef="#ctx0" brushRef="#br0" timeOffset="88725.27">20195 11628 255 0,'0'0'0'0,"0"0"0"0,-12-17 0 0,-9-7 0 0,-3 6 0 0,-3 14 0 16,-2 15 0-16,0 12 0 16,-4 25 0-16,0 27 0 15,-4 32 0 1,8 34 0-16,7 15 0 16,13-13 0-1,9-3 0-15,0-12 0 16,0-1 0-1,2-5 0-15,0-15 0 16,3-13 0-16,-1-16 0 16,-2-15 0-1,-2-63 0-15,0 0 0 16,0 0 0 0,0 42 0-16,0-42 0 15,-6 16 0 1,-3-25 0-1,1-11 0-15,-4-14 0 16,1-10 0-16,-3-19 0 16,-1-16 0-1,-7-12 0-15,0 11 0 16,22 80 0 0,0 0 0-16,0 0 0 15,-13-48 0-15,13 36 0 16,5 12 0-1,7 6 0-15,6 3 0 16,10-2 0 0,6-6 0-16,11-7 0 15,18-9 0-15,8-20 0 16,12-21 0 0,1-14 0-1,-10-13 0-15,-10-11 0 16,-4-4 0-16,0-5 0 15,-5-11 0 1,-1-12 0-16,-6 11 0 16,-11 10 0-1,-13 17 0-15,-9 18 0 16,-15 70 0 0,12-50 0-16,-12 50 0 15,0 0 0-15,2-17 0 16,-7 29 0-1,-2 14 0-15,-6 26 0 16,0 27 0 0,-8 39 0-16,0 31 0 15,-3 13 0 1,0-12 0-16,10-16 0 16,3-18 0-1,3-29 0 1,-4-21 0-16,12-66 0 15,-13 47 0-15,-1-25 0 16,6-28 0-16,1-14 0 31,1-15 0-31,-1-21 0 0,7 56 0 16,-6-63 0 0,6 63 0-16,0 0 0 15,0 0 0 1,2-45 0-16,11 34 0 15,0 14 0-15,5 8 0 16,3 4 0 0,6-3 0-16,7-4 0 15,2-5 0 1,11-14 0 0,-5-13 0-16,1-13 0 15,-1-11 0-15,-4-11 0 16,-9 3 0-1,-6-2 0-15,-14 13 0 16,-9 45 0 0,-9-24 0-16,-11 28 0 15,-2 21 0 1,-1 20 0-16,-2 34 0 16,10 42 0-16,17 18 0 15,13-21 0 1,13-48 0-16,5-43 0 15,-6-30 0 1,-7-6 0-16</inkml:trace>
  <inkml:trace contextRef="#ctx0" brushRef="#br0" timeOffset="89080.23">21215 12320 255 0,'0'65'0'0,"0"-7"0"0,0 10 0 0,0-68 0 15,-2 65 0-15,2-65 0 16,0 0 0-1,-4 32 0-15,6-43 0 16,13-13 0-16,16-12 0 16,14-8 0-1,18-10 0-15,15 0 0 16,5 8 0 0,-12 10 0-16,-4 11 0 15,-9 6 0 1,-58 19 0-16,44-19 0 15</inkml:trace>
  <inkml:trace contextRef="#ctx0" brushRef="#br0" timeOffset="90239.7">20239 13454 255 0,'0'0'0'0,"-27"-2"0"0,-15-2 0 0,-1 1 0 16,-6 15 0-16,4 21 0 0,-3 29 0 0,-3 34 0 0,11 39 0 0,14 8 0 0,23-14 0 0,10-32 0 0,-7-97 0 15,20 63 0-15,-20-63 0 16,40 25 0-16,6-41 0 15,-2-29 0 1,8-34 0 0,14-44 0-16,10-30 0 15,3-13 0 1,-10 9 0-16,-21 31 0 16,-15 22 0-16,-2 22 0 15,-5 21 0 1,-26 61 0-16,0 0 0 15,4-31 0-15,-14 25 0 16,-1 25 0 0,-2 17 0-16,-8 28 0 15,-1 33 0 1,-5 44 0-16,16 24 0 16,16-22 0-1,8-26 0-15,14-31 0 16,4-27 0-1,4-19 0-15,0-21 0 16,-2-10 0 0,-1-18 0-16,-3-5 0 15,0-19 0 1,3-18 0-16,1-22 0 16,-2-25 0-1,-16-14 0-15,-10 2 0 16,-7 14 0-16,-9 31 0 15,-9 27 0 1,20 38 0-16,-29-7 0 16,5 27 0-1,2 19 0-15,2 34 0 16,0 51 0-16,14 41 0 16,17 7 0-1,9-45 0 1,12-52 0-16,-3-52 0 15,-5-26 0 1,-4-22 0-16,1-9 0 16,8-25 0-1,8-20 0-15,16-19 0 16,7-6 0-16,-60 104 0 16,48-64 0-1,-14 50 0-15,-13 35 0 16,-4 19 0-16,1 27 0 15,9 33 0 1,2 57 0-16,-10-3 0 16</inkml:trace>
  <inkml:trace contextRef="#ctx0" brushRef="#br0" timeOffset="90684.94">20971 13694 255 0,'22'-69'0'0,"7"21"0"0,14-2 0 0,15 3 0 0,15 10 0 16,2 13 0-16,-6 14 0 0,-4 13 0 0,-9 6 0 0,-4 9 0 0,-13 7 0 0,-13 3 0 0,-20 3 0 0,-10 5 0 15,-15 10 0 1,-14 2 0-16,-23 10 0 16,-21 10 0-1,-18-3 0-15,6-14 0 16,16-13 0 0,25-20 0-16,19-23 0 15,11-4 0-15</inkml:trace>
  <inkml:trace contextRef="#ctx0" brushRef="#br0" timeOffset="90941.15">21768 12669 255 0,'0'0'0'0,"4"45"0"16,1 41 0-1,-1 46 0-15,-2 55 0 16,-4 23 0 0,-5-5 0-16,-6-30 0 15,-3-66 0 1</inkml:trace>
  <inkml:trace contextRef="#ctx0" brushRef="#br0" timeOffset="91406.46">22123 13550 255 0,'0'0'0'0,"0"0"0"15,0 0 0 1,-2 25 0-16,-9 27 0 16,-3 24 0-16,0 30 0 15,14 25 0 1,18-16 0-16,9-34 0 15,8-33 0 1,-2-27 0-16,5-14 0 16,-1-18 0-1,4-14 0 1,-2-12 0-16,0-19 0 16,-12-6 0-16,-10-8 0 15,-11-13 0 1,-16-6 0-1,-15 0 0-15,-14 14 0 16,-12 24 0-16,-13 20 0 16,5 24 0-16,-5 22 0 15,4 15 0 1,0 14 0-16,2-1 0 16</inkml:trace>
  <inkml:trace contextRef="#ctx0" brushRef="#br0" timeOffset="92305.81">22608 13327 255 0,'0'0'0'0,"0"0"0"0,0 0 0 0,-2 23 0 0,-9 27 0 15,4 21 0-15,3 15 0 0,6 16 0 0,16 2 0 0,4-28 0 16,6-29 0 0,6-22 0-16,-5-18 0 15,-8-16 0 1,4-20 0-16,4-19 0 16,1-24 0-16,-1-24 0 15,-5-18 0 1,-6 9 0-1,-5 22 0-15,-6 29 0 16,-3 26 0-16,-4 14 0 16,0 7 0-1,0 16 0-15,2 17 0 16,1 13 0 0,6 24 0-16,8 20 0 15,12 24 0 1,12 21 0-16,11 6 0 15,8-7 0-15,-1-8 0 16,-1-5 0 0,0-4 0-16,-5-14 0 15,-6-5 0 1,-7-12 0-16,-4-15 0 16,-10-5 0-1,-6-8 0-15,-14-5 0 16,-14-9 0-16,-18-4 0 15,-12-3 0 1,-13-6 0 0,-22-4 0-16,-22-7 0 15,-17-1 0 1,-6-3 0-16,-4-7 0 16,11 0 0-16,10-4 0 15,27-5 0 1,18-6 0-1,25-12 0-15,22-9 0 16,18-1 0-16,16-15 0 16,21-16 0-1,35-22 0-15,27-21 0 16,-14 15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8:37:19.3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0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T" name="resolution" value="1" units="1/dev"/>
        </inkml:channelProperties>
      </inkml:inkSource>
      <inkml:timestamp xml:id="ts1" timeString="2025-11-17T08:39:47.158"/>
    </inkml:context>
  </inkml:definitions>
  <inkml:trace contextRef="#ctx0" brushRef="#br0">18677 4098 255 0,'14'-48'0'0,"-10"16"0"0,-4 6 0 0,-7 3 0 0,-15 4 0 0,-14 9 0 0,-15 5 0 0,-4 8 0 0,-4 7 0 0,1 14 0 0,10 7 0 16,13 8 0-16,14 4 0 15,19-1 0 1,8 6 0-16,17 0 0 15,12 2 0 1,18 4 0-16,13 5 0 16,12 9 0-1,-5-5 0-15,-7-5 0 16,-7-9 0-16,-3-2 0 16,-10-4 0-1,-11-8 0-15,-35-35 0 16,20 33 0-1,-14-2 0-15,-12-9 0 16,-12-2 0-16,-13-1 0 16,-17 1 0-1,-10-1 0-15,-20-6 0 16,-25-2 0 0,-6-5 0-1,9-6 0-15,7-6 0 16,17-2 0-16,22 1 0 15,18-4 0 1,17-1 0-16</inkml:trace>
  <inkml:trace contextRef="#ctx0" brushRef="#br0" timeOffset="538.35">19241 4734 255 0,'63'-14'0'0,"0"-1"0"0,13-8 0 0,8-10 0 0,-5-5 0 0,-20 2 0 0,-15 2 0 15,-11 0 0 1,-33 34 0-16,13-33 0 16,-15 7 0-16,-18 10 0 15,-13 14 0 1,-23 11 0-16,-38 26 0 16,-32 37 0-1,-10 24 0-15,44-4 0 16,48-13 0-1,40-12 0-15,28-12 0 16,22-9 0-16,32-13 0 16,34-13 0-1,39-25 0-15,-19-6 0 16</inkml:trace>
  <inkml:trace contextRef="#ctx0" brushRef="#br0" timeOffset="1067.04">20340 4530 255 0,'0'0'0'0,"0"0"0"0,0 0 0 16,0 0 0-16,3 24 0 0,1 31 0 0,1 20 0 0,-3 14 0 16,0-5 0-16,-4-27 0 15,2-57 0-15,-9 43 0 0,9-43 0 16,0 0 0 0,0 0 0-16,-10 25 0 15,10-25 0 1,-8 7 0-16,10-14 0 15,14-18 0 1,15-15 0-16,26-25 0 16,35-20 0-1,24-11 0-15,3 13 0 16,-22 41 0 0,-35 35 0-16,-21 14 0 15</inkml:trace>
  <inkml:trace contextRef="#ctx0" brushRef="#br0" timeOffset="1637.52">21538 4436 255 0,'0'0'0'0,"0"0"0"16,0 0 0-16,0 0 0 0,-2 3 0 0,-6 12 0 0,1 18 0 0,-1 21 0 15,0 37 0-15,0 34 0 0,3-9 0 0,3-21 0 16,0-27 0-1,2-68 0-15,0 0 0 16,0 0 0 0,0 46 0-16,6-21 0 15,5-21 0-15,5-19 0 16,9-18 0 0,13-26 0-16,9-20 0 15,13-33 0 1,-3-3 0-16,-15 23 0 15,-18 32 0-15,-8 16 0 16,-7 19 0 0</inkml:trace>
  <inkml:trace contextRef="#ctx0" brushRef="#br0" timeOffset="2019.66">22049 4740 255 0,'0'0'0'0,"0"0"0"16,25-10 0-16,16-13 0 15,4-9 0 1,-3-6 0-16,-9-4 0 15,-11 1 0 1,-22 41 0-16,2-33 0 16,-8 9 0-1,-10 13 0-15,-11 12 0 16,-8 19 0-16,-13 25 0 16,-1 26 0-1,9 23 0-15,22 10 0 16,34-23 0-1,28-30 0-15,30-23 0 16,40-27 0 0,-3-7 0-1</inkml:trace>
  <inkml:trace contextRef="#ctx0" brushRef="#br0" timeOffset="3586.93">22595 4530 255 0,'0'-1'0'0,"0"2"0"0,0 1 0 0,2-2 0 0,-2 22 0 0,-2 26 0 0,-2 11 0 0,-1 3 0 0,5-62 0 16,0 62 0-16,0-62 0 15,0 0 0-15,0 0 0 16,7 33 0 0,6-34 0-16,5-20 0 15,10-11 0 1,8-12 0-16,8-2 0 16,7 3 0-1,1 16 0-15,-12 11 0 16</inkml:trace>
  <inkml:trace contextRef="#ctx0" brushRef="#br0" timeOffset="4381.37">26880 4466 255 0,'0'-43'0'0,"-2"16"0"0,-10-2 0 0,-3 2 0 16,-10 3 0-16,-4 4 0 0,-10 6 0 0,-20 10 0 0,-20 14 0 15,-15 23 0 1,1 27 0-16,22 13 0 16,32 10 0-16,21 9 0 15,22 2 0 1,21-3 0-16,21-3 0 16,16-14 0-1,22-18 0-15,22-18 0 16,17-23 0-16,2-18 0 15,5-24 0 1,-15-19 0-16,-42 5 0 16</inkml:trace>
  <inkml:trace contextRef="#ctx0" brushRef="#br0" timeOffset="4760.47">27780 3532 255 0,'0'39'0'0,"0"24"0"0,-6 20 0 16,-9 30 0-16,-7 29 0 0,-9 11 0 0,-5-7 0 0,8-14 0 15,1-9 0 1,1-7 0-16,10-20 0 15,16-96 0 1,0 0 0-16,-4 79 0 16</inkml:trace>
  <inkml:trace contextRef="#ctx0" brushRef="#br0" timeOffset="4946.59">27988 4631 255 0,'0'0'0'16,"-2"28"0"0,-4 16 0-16,-6 10 0 15,-9 14 0 1,1 6 0-16,20-74 0 16,-20 51 0-1,3-28 0-15</inkml:trace>
  <inkml:trace contextRef="#ctx0" brushRef="#br0" timeOffset="5150.68">28066 4206 255 0,'0'0'0'0,"0"0"0"15,0 0 0-15,0 0 0 16,0 0 0 0,0 0 0-1</inkml:trace>
  <inkml:trace contextRef="#ctx0" brushRef="#br0" timeOffset="5568.79">28299 4781 255 0,'0'0'0'0,"27"-5"0"0,13-10 0 15,5-10 0 1,-3-4 0-16,-3-3 0 15,-6-1 0 1,-10-3 0-16,-13 3 0 16,-10 6 0-16,-6 5 0 15,-15 9 0 1,-14 12 0-16,-22 17 0 16,-12 21 0-1,-7 32 0-15,12 24 0 16,17 5 0-1,26-4 0 1,24-18 0-16,23-23 0 16,17-17 0-16,15-13 0 15,12-17 0-15,7-10 0 16,7-18 0 0,-13-14 0-1,-18 0 0-15</inkml:trace>
  <inkml:trace contextRef="#ctx0" brushRef="#br0" timeOffset="6014.61">29049 4495 255 0,'0'0'0'0,"0"0"0"0,0 0 0 0,0 19 0 0,-7 26 0 0,-4 15 0 0,-3 13 0 16,-6 8 0-16,0-11 0 16,20-70 0-1,0 0 0 1,0 0 0-16,-5 43 0 15,21-35 0-15,6-18 0 16,8-11 0 0,10-6 0-16,13-10 0 15,15-1 0 1,8 2 0-16,-76 36 0 16,67-14 0-16,-27 33 0 15,-21 22 0 1,-21 23 0-1,-19 35 0-15,-15 34 0 16,2 13 0-16,34-146 0 16,-22 109 0-16</inkml:trace>
  <inkml:trace contextRef="#ctx0" brushRef="#br0" timeOffset="6700.62">30216 3481 255 0,'0'0'0'0,"0"0"0"0,0 0 0 0,0 20 0 0,-8 25 0 0,-11 20 0 0,-10 24 0 16,-13 38 0-16,-10 13 0 0,6 0 0 0,8-7 0 15,11-10 0 1,5-7 0-16,1-13 0 16,11-14 0-1,2-11 0-15,1-14 0 16,7-64 0-1,0 0 0-15,0 0 0 16,-2 42 0-16,-1-27 0 16,3-24 0-1,-2-16 0-15,0-9 0 16,0-16 0 0,-2-4 0-16,-5-2 0 15,-7 0 0 1,-7 9 0-16,-2 15 0 15,-6 12 0-15,2 10 0 16,7 10 0 0,14 7 0-16,14 6 0 15,24 1 0 1,28 5 0-16,54 5 0 16,75 10 0-1,-3-9 0-15</inkml:trace>
  <inkml:trace contextRef="#ctx0" brushRef="#br0" timeOffset="15648.36">12573 6062 255 0,'0'65'0'0,"0"-1"0"0,0 22 0 0,-2 18 0 0,-5 11 0 0,1-8 0 0,-4-7 0 0,6-18 0 0,2-13 0 0,0-16 0 0,0-6 0 0,2-47 0 0,-7 27 0 0</inkml:trace>
  <inkml:trace contextRef="#ctx0" brushRef="#br0" timeOffset="16289.83">12352 6096 255 0,'0'0'0'0,"0"0"0"15,6-18 0 1,6-14 0-16,12 1 0 16,17-3 0-1,5 3 0-15,11 2 0 16,7 1 0 0,-2 8 0-16,2 7 0 15,-2 8 0-15,0 4 0 16,-7 7 0-1,-6 11 0-15,-13-1 0 16,-12 12 0 0,-13 4 0-16,-15 0 0 15,-12 6 0 1,-13 12 0-16,-15 11 0 16,-14 4 0-1,-6-2 0-15,9-13 0 16,6-9 0-1,49-41 0-15,0 0 0 16,0 0 0 0,-34 32 0-16,34-32 0 15,-5 28 0 1,16-10 0 0,5 0 0-16,5 6 0 15,1 9 0-15,0 13 0 16,3 2 0-1,-1 11 0-15,7-3 0 16,4-9 0-16,0-9 0 16,3-16 0-16,2-13 0 15,-6-5 0 1</inkml:trace>
  <inkml:trace contextRef="#ctx0" brushRef="#br0" timeOffset="16724.52">13303 6470 255 0,'0'0'0'0,"0"0"0"0,0 0 0 0,0 0 0 0,0 26 0 15,0 25 0-15,0 10 0 16,0-4 0-16,0-5 0 16,4-21 0-16,5-14 0 15,7-14 0-15,4-9 0 16,6-14 0-1,4-10 0-15,1-7 0 16,-6 6 0 0,-3 3 0-16,-5 12 0 15,-1 11 0 1,-3 9 0-16,-1 13 0 16,-1 12 0-1,3 12 0-15,8 12 0 16,7 3 0-16,0-9 0 15</inkml:trace>
  <inkml:trace contextRef="#ctx0" brushRef="#br0" timeOffset="17324.87">14544 5440 255 0,'0'0'0'0,"0"0"0"0,0 0 0 0,0 0 0 15,0 28 0-15,-6 22 0 0,-1 20 0 0,-4 12 0 16,-2 13 0-16,-2-1 0 16,3-21 0-1,-1-17 0-15,13-56 0 16,-13 43 0-16,13-43 0 15,-11 37 0 1,11-37 0 0,0 0 0-16,0 0 0 15,-8 32 0-15,8-32 0 16,0 0 0-16,0 0 0 16,-10 18 0-1,4-7 0-15</inkml:trace>
  <inkml:trace contextRef="#ctx0" brushRef="#br0" timeOffset="17873.18">13687 6449 255 0,'0'0'0'0,"0"0"0"0,0 0 0 0,0 0 0 0,0 0 0 16,0 21 0-16,-4 24 0 15,-1 11 0 1,3 4 0-16,0-8 0 16,2-12 0-1,-2-17 0-15,4-12 0 16,4-12 0-1,4-16 0-15,9-10 0 16,13-4 0-16,11-14 0 16,6-3 0-1,0 5 0-15,0 13 0 16,-6 19 0 0,-14 17 0-16,-14 13 0 15,-8 10 0 1,-5 13 0-16,-4 18 0 15,0 3 0-15</inkml:trace>
  <inkml:trace contextRef="#ctx0" brushRef="#br0" timeOffset="18416.87">14498 5536 255 0,'0'0'0'0,"0"0"0"0,0 0 0 0,0 0 0 0,0 0 0 0,0 0 0 0,0 0 0 15,4 21 0-15,5 22 0 0,-3 23 0 0,-3 25 0 16,-8 41 0-16,-8 28 0 16,-3-5 0-1,1-16 0-15,-4-17 0 16,0-16 0-16,3-7 0 15,3-16 0 1,-1-14 0 0,1-16 0-16,13-53 0 15,0 0 0-15,-12 45 0 16</inkml:trace>
  <inkml:trace contextRef="#ctx0" brushRef="#br0" timeOffset="18707.62">14164 6165 255 0,'0'0'0'0,"0"0"0"16,29 3 0-1,20 2 0-15,17 7 0 16,7-2 0 0,17 7 0-16,-3 5 0 15,-27-6 0 1</inkml:trace>
  <inkml:trace contextRef="#ctx0" brushRef="#br0" timeOffset="18922.53">15090 6465 255 0,'0'0'0'0,"0"0"0"15,5 28 0 1,-3 26 0-16,2 32 0 16,-2 12 0-16,-2-98 0 15,2 67 0 1,2-47 0-16</inkml:trace>
  <inkml:trace contextRef="#ctx0" brushRef="#br0" timeOffset="19124.34">15068 5872 255 0,'0'0'0'0,"0"0"0"16,0 0 0-16,0 0 0 15,0 0 0 1,0 0 0-16</inkml:trace>
  <inkml:trace contextRef="#ctx0" brushRef="#br0" timeOffset="19638.79">15292 6300 255 0,'0'0'0'0,"0"29"0"16,-3 19 0-16,-3 8 0 15,-5 17 0 1,11-73 0-16,0 0 0 16,0 0 0-1,-5 71 0-15,14-44 0 16,7-31 0-16,6-15 0 15,2-8 0 1,8-7 0-16,-3 2 0 16,-4 6 0-1,-6 10 0-15,-5 12 0 16,-7 8 0 0,-9 17 0-16,-9 8 0 15,-3 4 0 1,14-33 0-16,-17 41 0 15,17-41 0 1,0 0 0-16,-4 26 0 16,12-18 0-16,7-12 0 15,6-8 0 1,3-5 0-16,-24 17 0 16,0 0 0-1,29-11 0-15,1 11 0 16,-8 15 0-1,-6 10 0-15,-5 11 0 16,-11-36 0-16,9 47 0 16</inkml:trace>
  <inkml:trace contextRef="#ctx0" brushRef="#br0" timeOffset="19990.59">15890 6650 255 0,'0'0'0'0,"0"0"0"0,20-9 0 0,13-14 0 0,9-7 0 15,-6-4 0 1,-9 0 0-16,-6 3 0 15,-10 4 0-15,-9 10 0 16,-11 3 0 0,-10 9 0-16,-2 14 0 15,-6 12 0 1,-2 12 0-16,0 21 0 16,6 17 0-1,19 15 0 1,24-11 0-16,24-19 0 0,19-27 0 15,-9-16 0 1</inkml:trace>
  <inkml:trace contextRef="#ctx0" brushRef="#br0" timeOffset="22104.91">12635 9460 255 0,'-10'73'0'0,"1"-4"0"16,-1 19 0-16,2 34 0 0,1 1 0 0,-1-4 0 0,-4-17 0 0,8-27 0 0,4-75 0 0,-13 53 0 0,-1-31 0 0</inkml:trace>
  <inkml:trace contextRef="#ctx0" brushRef="#br0" timeOffset="22685.97">12377 9524 255 0,'0'0'0'0,"26"-18"0"16,19-14 0 0,12-5 0-16,11-1 0 15,2 8 0 1,-70 30 0-16,56-17 0 15,-27 21 0-15,-23 23 0 16,-17 12 0 0,-13 24 0-16,-11 21 0 15,-2 18 0 1,1 7 0-16,36-109 0 16,-8 98 0-1,23-30 0-15,14-28 0 16,4-16 0-16,15-5 0 15,5-4 0 1,9 1 0 0,-3-1 0-16,-3 3 0 15,-56-18 0 1,45 20 0-16,-21 6 0 16,-20-2 0-16,-13 5 0 15,-18 4 0 1,-21 15 0-16,-27 5 0 15,-36 11 0 1,-18 1 0-16,2-18 0 16,29-17 0-1,29-12 0-15,15-16 0 16,23-11 0 0,14-2 0-16</inkml:trace>
  <inkml:trace contextRef="#ctx0" brushRef="#br0" timeOffset="23282.7">13097 10037 255 0,'0'53'0'0,"4"-14"0"0,3-3 0 0,0-7 0 0,4-10 0 0,5-3 0 16,1-9 0-1,5-14 0-15,3-10 0 16,3-12 0-1,1-18 0-15,-2-6 0 16,-4 1 0-16,-6 11 0 16,-7 17 0-1,2 15 0 1,-5 12 0-16,-1 15 0 16,5 12 0-16,0 16 0 15,0 11 0 1,1 8 0-16,6-5 0 15,7-14 0-15,-25-46 0 16,27 15 0 0,-8-15 0-16</inkml:trace>
  <inkml:trace contextRef="#ctx0" brushRef="#br0" timeOffset="23441.07">13725 10119 255 0,'0'0'0'15,"0"29"0"1,0 10 0-16,0-1 0 16,0-8 0-16</inkml:trace>
  <inkml:trace contextRef="#ctx0" brushRef="#br0" timeOffset="23606.88">13641 9769 255 0,'0'0'0'0,"0"0"0"15,0 0 0-15,0 0 0 16,0 0 0-1</inkml:trace>
  <inkml:trace contextRef="#ctx0" brushRef="#br0" timeOffset="24118.71">14066 9799 255 0,'0'0'0'0,"0"0"0"15,0 0 0 1,0 0 0-16,4 0 0 16,7 0 0-16,-3 0 0 15,0 0 0 1,-4-5 0-16,0 3 0 15,2 0 0-15,-6-1 0 16,-6 1 0 0,2 0 0-1,0-2 0-15,-1-1 0 16,-2 2 0 0,1-1 0-16,-3-3 0 15,0 3 0-15,0 0 0 16,2 4 0-1,1 4 0 1,4 2 0-16,0 11 0 16,2 7 0-16,2 9 0 15,0 9 0 1,0 15 0-16,-4 14 0 16,2 16 0-16,0 3 0 15,6-5 0 1,-4-18 0-16,-2-67 0 15,-2 45 0 1</inkml:trace>
  <inkml:trace contextRef="#ctx0" brushRef="#br0" timeOffset="24685.48">14337 10100 255 0,'0'0'0'16,"0"0"0"-16,-14 19 0 0,-8 14 0 0,-3 19 0 0,-2 17 0 16,9 8 0-16,18-77 0 0,-2 63 0 15,10-36 0-15,4-27 0 16,3-22 0 0,6-14 0-16,6-22 0 15,7-22 0 1,10-28 0-1,1-22 0-15,-2-4 0 16,-10 18 0-16,-11 22 0 16,-6 21 0-1,-16 73 0-15,0 0 0 16,-5-43 0-16,-8 36 0 16,2 25 0-1,-2 14 0-15,0 16 0 16,-1 25 0-1,-2 29 0-15,8 19 0 16,8 4 0 0,11-7 0-16,14-29 0 15,10-16 0 1,3-25 0-16,-38-48 0 16,35 22 0-16</inkml:trace>
  <inkml:trace contextRef="#ctx0" brushRef="#br0" timeOffset="25102.03">15128 9360 255 0,'0'75'0'0,"-2"-13"0"0,-5 24 0 16,-7 31 0-16,2 19 0 0,3-6 0 0,5-22 0 0,2-21 0 15,8-20 0-15,7-21 0 16,5-10 0 0,11-13 0-16,12-10 0 15,4-15 0-15,-1-13 0 16,-2-13 0 0,-11-8 0-16,-12-4 0 15,-12-2 0 1,-3 3 0-16</inkml:trace>
  <inkml:trace contextRef="#ctx0" brushRef="#br0" timeOffset="25240.04">14980 10018 255 0,'0'0'0'0,"32"-3"0"15,17-6 0 1,-7-3 0-16</inkml:trace>
  <inkml:trace contextRef="#ctx0" brushRef="#br0" timeOffset="25440.4">15629 10040 255 0,'0'53'0'16,"-2"35"0"-16,-4 4 0 16,3 1 0-1,1-13 0-15,2-80 0 16,0 0 0 0,-2 44 0-16,2-34 0 15</inkml:trace>
  <inkml:trace contextRef="#ctx0" brushRef="#br0" timeOffset="25620.1">15674 9653 255 0,'0'0'0'0,"0"0"0"16,0 0 0-1,0 0 0-15,0 0 0 16</inkml:trace>
  <inkml:trace contextRef="#ctx0" brushRef="#br0" timeOffset="26156.05">15975 9835 255 0,'0'0'0'0,"0"33"0"16,0 20 0-16,0 12 0 16,0-1 0-1,0-64 0-15,0 0 0 16,0 0 0-1,0 47 0-15,6-25 0 16,11-22 0 0,4-12 0-16,5-6 0 15,4-2 0 1,-3 0 0-16,0 8 0 16,-2 6 0-16,-10 12 0 15,-4 15 0 1,-9 10 0-16,-9 13 0 15,-3 19 0 1,-4 10 0-16,14-73 0 16,-13 77 0-1,13-77 0-15,4 52 0 16,12-42 0 0,3-18 0-16,6-10 0 15,4-7 0-15,10-3 0 16,-39 28 0-1,40-23 0-15,2 17 0 16,-6 12 0 0,-6 14 0-16,-10 4 0 15,-5 1 0-15</inkml:trace>
  <inkml:trace contextRef="#ctx0" brushRef="#br0" timeOffset="27070.34">16445 10335 255 0</inkml:trace>
  <inkml:trace contextRef="#ctx0" brushRef="#br0" timeOffset="28534.58">23920 3452 255 0,'-7'-66'0'15,"5"33"0"1,0 11 0-16,2 15 0 16,-2 8 0-1,2 17 0-15,0 16 0 16,4 17 0-16,-2 29 0 15,1 39 0 1,-6 41 0-16,-6 35 0 16,-1 4 0-1,-6 14 0-15,-14 4 0 16,1 20 0-16,5 14 0 16,4 21 0-1,-7 22 0 1,-2 18 0-16,-3 19 0 15,7 15 0-15,1 14 0 16,2 12 0 0,1 1 0-16,6 7 0 15,-1 11 0 1,3 9 0 0,-3 9 0-16,1 6 0 15,15 2 0 1,5-8 0-16,10-14 0 15,7-15 0-15,-2-25 0 16,0-33 0 0,-11-40 0-1,-9-53 0-15,-2-89 0 16</inkml:trace>
  <inkml:trace contextRef="#ctx0" brushRef="#br0" timeOffset="30034.74">12141 7742 255 0,'63'6'0'0,"-1"-2"0"0,22-2 0 0,20 1 0 0,19-1 0 0,6-7 0 0,13-6 0 15,8 2 0-15,5 0 0 0,-3-1 0 0,5 4 0 0,3 3 0 16,15-1 0 0,17-6 0-16,19-1 0 15,8-1 0-15,17-1 0 16,12-3 0-16,6 1 0 16,26 1 0-1,0-1 0-15,-3 0 0 16,10 1 0-1,5 3 0-15,2 3 0 16,-1 4 0 0,9 0 0-16,3 2 0 15,8 2 0 1,5 2 0-16,1-2 0 16,1 0 0-1,7 4 0-15,7 4 0 16,-3 3 0-16,7 2 0 15,-3 0 0 1,-1 4 0-16,-3-4 0 16,7-2 0-1,6-1 0 1,7 0 0-16,3-6 0 16,-3 5 0-16,5 0 0 15,4 0 0 1,0 7 0-16,1-4 0 15,-1 3 0-15,2 3 0 16,3-3 0 0,2 5 0-1,5 0 0-15,-5 2 0 16,-2 8 0-16,2 1 0 16,0 3 0-1,-2-4 0-15,-1 7 0 16,-4 3 0-1,-8 8 0-15,-28 7 0 16,-17 10 0 0,-34 3 0-16,-46-5 0 15,-81-20 0-15</inkml:trace>
  <inkml:trace contextRef="#ctx0" brushRef="#br0" timeOffset="34262.21">16107 3246 255 0,'4'63'0'0,"12"-6"0"0,5 16 0 0,18 26 0 0,9 25 0 0,9 24 0 0,3 23 0 0,-4 21 0 0,-13 21 0 0,-16 18 0 0,-14 4 0 0,-1 5 0 0,-2 2 0 16,4 15 0-16,-3 22 0 16,5 24 0-1,-1 28 0-15,5 17 0 16,8 22 0-1,-2 21 0-15,1 18 0 16,12 23 0 0,2 6 0-16,2-6 0 15,7 4 0 1,-6-9 0-16,5-15 0 16,1-19 0-1,-1-28 0-15,0-30 0 16,5-33 0-16,4-42 0 15,-7-57 0 1,-22-80 0-16</inkml:trace>
  <inkml:trace contextRef="#ctx0" brushRef="#br0" timeOffset="35460.53">14085 5045 255 0,'69'18'0'0,"-9"-2"0"16,22-2 0-16,24 3 0 0,23-4 0 0,24 0 0 0,10-4 0 0,5 0 0 16,4-6 0-16,9-3 0 0,7 0 0 15,0-3 0-15,4-2 0 16,3-1 0-1,10 4 0 1,19 2 0-16,17 2 0 16,1-2 0-16,16 2 0 15,13 6 0 1,9 6 0-16,6 1 0 16,3 7 0-1,-3-3 0 1,7 8 0-16,14 3 0 15,2 1 0 1,-10-5 0-16,4-1 0 16,14-3 0-16,13-7 0 15,-1-2 0-15,9-5 0 16,6 0 0 15,4 1 0-31,-12 3 0 0,-9 4 0 16,13-3 0-1,7 1 0-15,-4 1 0 16,-1 2 0-16,5-5 0 16,7 1 0-1,-6-1 0-15,-1 1 0 16,5 1 0 0,-1 2 0-16,0 2 0 15,-7-1 0-15,1 10 0 31,1 0 0-31,3-3 0 16,-4 4 0-16,9-8 0 16,2-3 0-16,3 0 0 15,6-2 0 1,-2-2 0-16,-14 1 0 16,-26-6 0-16,-121-8 0 15</inkml:trace>
  <inkml:trace contextRef="#ctx0" brushRef="#br0" timeOffset="44888.38">17360 5382 255 0,'0'-39'0'0,"-8"20"0"0,-4 1 0 0,-11 9 0 0,-3 5 0 0,-2 8 0 0,-1 5 0 0,7 5 0 0,4 2 0 16,3 1 0-1,6 1 0-15,4 3 0 16,5 1 0-16,7 1 0 15,4 3 0-15,7 0 0 16,6 1 0 0,9 6 0-16,3-1 0 15,5 0 0 1,-1-6 0-16,3 1 0 16,-1-2 0-1,-42-25 0-15,38 26 0 16,-38-26 0-1,0 0 0-15,0 0 0 16,29 28 0-16,-20-5 0 16,-18-6 0-1,-15-2 0 1,-17-3 0-16,-21-1 0 16,-23-5 0-1,-22-3 0-15,-15 3 0 16,15-1 0-16,22 2 0 15,27 2 0 1,58-9 0-16,0 0 0 16,-41 1 0-16</inkml:trace>
  <inkml:trace contextRef="#ctx0" brushRef="#br0" timeOffset="45490.36">17746 5630 255 0,'0'0'0'0,"0"0"0"16,23-4 0-16,12-5 0 0,18-8 0 0,2-2 0 0,-4-3 0 0,-12 3 0 16,-39 19 0-16,0 0 0 15,16-20 0-15,-16 5 0 16,-20 8 0-1,-11 7 0-15,-11 12 0 16,-16 10 0 0,-7 14 0-16,-2 14 0 15,16 14 0 1,28 1 0-16,27-5 0 16,17-3 0-1,28-11 0-15,22-13 0 16,26-13 0-16,8-20 0 15,-24-13 0 1</inkml:trace>
  <inkml:trace contextRef="#ctx0" brushRef="#br0" timeOffset="46074.04">18579 5532 255 0,'0'0'0'0,"0"0"0"0,0 0 0 0,0 0 0 0,0 0 0 0,0 0 0 16,0 22 0-16,2 23 0 16,2 13 0-1,2 7 0-15,-6-65 0 16,2 67 0-16,-2-67 0 16,0 0 0-1,0 0 0-15,-4 47 0 16,-8-28 0-1,5-19 0-15,7-10 0 16,7-14 0 0,13-8 0-1,18-8 0-15,18-7 0 16,22 2 0-16,9 11 0 16,-12 20 0-1,-31 2 0-15</inkml:trace>
  <inkml:trace contextRef="#ctx0" brushRef="#br0" timeOffset="46504.67">19298 5641 255 0,'0'0'0'0,"0"0"0"0,0 0 0 15,0 0 0 1,0 0 0 0,0 0 0-16,0 20 0 15,2 21 0 1,2 6 0-16,1 3 0 15,-1-6 0 1,0-5 0-16,-4-39 0 16,0 0 0-16,0 0 0 15,10 33 0-15,1-25 0 16,9-15 0 0,11-16 0-1,11-15 0-15,8-13 0 16,1-4 0-16,-51 55 0 15,47-58 0 1,-13 15 0-16</inkml:trace>
  <inkml:trace contextRef="#ctx0" brushRef="#br0" timeOffset="47171.65">19775 5750 255 0,'0'0'0'0,"0"0"0"0,0 0 0 0,0 0 0 0,0 0 0 0,20-1 0 0,15-13 0 0,9-8 0 16,-1-2 0-16,-5 0 0 16,-8 0 0-1,-10 1 0-15,-14 9 0 16,-10 1 0-16,-14 3 0 16,-10 10 0-1,-7 12 0-15,-9 12 0 16,-2 18 0-1,5 21 0-15,8 15 0 16,26 2 0 0,25-17 0-16,23-22 0 15,13-25 0-15,-11-16 0 16</inkml:trace>
  <inkml:trace contextRef="#ctx0" brushRef="#br0" timeOffset="47571.49">20237 5645 255 0,'0'0'0'0,"0"0"0"15,0 0 0-15,0 0 0 16,0 0 0 0,0 0 0-16,0 0 0 15,0 20 0 1,0 18 0-16,-5 18 0 16,1 8 0-16,-2-5 0 15,6-59 0 1,0 0 0-16,-8 39 0 15,6-24 0 1,-2-16 0-16,12-14 0 16,13-8 0-1,6-1 0-15,12 1 0 16,14 0 0 0,9 5 0-16,-62 18 0 15,67-9 0-15</inkml:trace>
  <inkml:trace contextRef="#ctx0" brushRef="#br0" timeOffset="47956.28">20913 5888 255 0,'0'0'0'0,"0"0"0"0,0 0 0 0,0 0 0 0,22 0 0 0,18 0 0 0,12 0 0 16,-3 0 0-1,-2-6 0-15,-7 1 0 16</inkml:trace>
  <inkml:trace contextRef="#ctx0" brushRef="#br0" timeOffset="48468.18">21724 5650 255 0,'0'0'0'0,"0"0"0"15,0 0 0-15,-17 11 0 16,-16 16 0-1,-5 5 0-15,7 4 0 16,10-3 0 0,17-1 0-16,8-10 0 15,7 1 0 1,7-7 0-16,11 2 0 16,0 2 0-1,3-5 0-15,-32-15 0 16,0 0 0-1,21 18 0-15,-21-18 0 16,2 19 0 0,-19 0 0-16,-14-1 0 15,-14-1 0 1,1-5 0-16,1-8 0 16,43-4 0-16,-37-7 0 15,14-8 0-15,11-1 0 16</inkml:trace>
  <inkml:trace contextRef="#ctx0" brushRef="#br0" timeOffset="48722.86">22041 5762 255 0,'0'0'0'0,"0"0"0"0,0 26 0 0,0 18 0 0,0 6 0 0,0-4 0 0,0-15 0 0,2-20 0 15,2-6 0-15</inkml:trace>
  <inkml:trace contextRef="#ctx0" brushRef="#br0" timeOffset="48855.41">22117 5593 255 0,'0'-8'0'16,"0"2"0"-1,0-1 0-15,4 3 0 0,10 2 0 16,-1 4 0-1</inkml:trace>
  <inkml:trace contextRef="#ctx0" brushRef="#br0" timeOffset="49623.82">22490 5734 255 0,'0'0'0'0,"0"0"0"16,-15 19 0 0,-19 17 0-16,-5 18 0 15,-1 11 0 1,5 11 0 0,35-76 0-16,-18 62 0 15,18-62 0-15,5 28 0 16,14-23 0-1,6-16 0-15,0-7 0 16,6-9 0 0,8-8 0-16,-2-8 0 15,10-9 0 1,-5-3 0-16,-4-1 0 16,-6 5 0-1,-10 2 0-15,-8 6 0 16,-7 9 0-16,-7 10 0 15,-7 9 0 1,-2 2 0-16,-2 9 0 16,-5 12 0-1,-1 14 0-15,-2 12 0 16,-1 18 0 0,4 17 0-16,7 14 0 15,7-1 0 1,4-2 0-16,7-13 0 15,9-16 0 1,4-7 0-16,4-17 0 16,0-7 0-16,5-13 0 15,-2-11 0 1,7-4 0-16,8-10 0 16,-2-8 0-16,-5-7 0 15,-1-3 0 1,-5-1 0-1,-11-1 0-15,-10 6 0 16,-10 32 0-16,-5-24 0 16,-11 14 0-1,-4 10 0-15,-7 20 0 16,0 10 0 0,1 19 0-16,8 11 0 15,16-1 0-15,17-11 0 16,19-16 0-1,11-12 0-15,-8-8 0 16</inkml:trace>
  <inkml:trace contextRef="#ctx0" brushRef="#br0" timeOffset="55569.34">21971 6160 255 0,'0'0'0'16,"0"0"0"-16,0 0 0 16,-22 2 0-1,-28 14 0-15,-10 24 0 16,-13 34 0-1,-2 32 0 1,10 25 0-16,19 5 0 0,23-11 0 16,16-14 0-1,14-17 0-15,12-18 0 16,12-14 0 0,4-21 0-16,-3-20 0 15</inkml:trace>
  <inkml:trace contextRef="#ctx0" brushRef="#br0" timeOffset="56048.03">22259 6406 255 0,'0'0'0'0,"-26"0"0"16,-12 7 0-16,-3 13 0 15,-1 15 0 1,0 20 0-16,5 7 0 16,18 3 0-1,19-9 0 1,10-9 0-16,17-11 0 15,7-7 0-15,8-2 0 16,8-1 0-16,-1 1 0 16,-49-27 0-1,44 25 0-15,-44-25 0 16,24 25 0 0,-26-2 0-16,-17-4 0 15,-19-3 0-15,-22 5 0 16,-15-4 0-1,-21-1 0-15,-3-1 0 16,99-15 0 0,-75 4 0-1,32-9 0-15,24-9 0 16</inkml:trace>
  <inkml:trace contextRef="#ctx0" brushRef="#br0" timeOffset="56514.24">22617 6433 255 0,'0'0'0'0,"0"0"0"0,0 0 0 0,-15 5 0 0,-23 13 0 16,-11 18 0-16,-3 12 0 16,9 8 0-1,19-5 0-15,17-6 0 16,18-8 0 0,9-9 0-16,13-8 0 15,8 1 0 1,9-6 0-1,6 3 0-15,7 3 0 16,-3-2 0-16,-60-19 0 16,44 25 0-16,-24 2 0 15,-22-2 0 1,-18-3 0-16,-11 3 0 16,-18 4 0-1,-14 7 0-15,-15-4 0 16,5-3 0-16,10-11 0 15,17-18 0 1,20-6 0-16</inkml:trace>
  <inkml:trace contextRef="#ctx0" brushRef="#br0" timeOffset="57584.49">23197 6055 255 0,'0'0'0'0,"0"0"0"0,0 0 0 15,19 13 0 1,14 16 0-16,15 15 0 15,16 15 0 1,12 18 0 0,5 8 0-16,-23-2 0 15,-25-8 0-15,-24 9 0 16,-32 12 0 0,-35 22 0-16,-34 35 0 15,-44 43 0-15,18-39 0 16</inkml:trace>
  <inkml:trace contextRef="#ctx0" brushRef="#br0" timeOffset="74603.81">22924 6415 255 0,'0'73'0'0,"0"-16"0"0,0 8 0 0,0 4 0 0,0-6 0 0,0-5 0 16,0-2 0-16,-2-1 0 0,-1-1 0 0,3-5 0 15,0-7 0 1,0-42 0-16,0 0 0 15,0 30 0-15</inkml:trace>
  <inkml:trace contextRef="#ctx0" brushRef="#br0" timeOffset="75138.14">22783 6445 255 0,'0'0'0'0,"0"0"0"15,0 0 0 1,11-14 0-16,15-13 0 16,11-5 0-1,6 8 0-15,1 5 0 16,-5 6 0-1,-39 13 0-15,35 0 0 16,-8 9 0 0,-17 9 0-16,-14 11 0 15,-9 10 0 1,-11 15 0-16,-3 4 0 16,-5 2 0-16,10-10 0 15,13-10 0 1,14-7 0-16,8-6 0 15,12-4 0 1,5 0 0-16,7 9 0 16,-8-1 0-1</inkml:trace>
  <inkml:trace contextRef="#ctx0" brushRef="#br0" timeOffset="91343.84">16989 6422 255 0,'4'38'0'0,"0"-2"0"0,3 15 0 0,-1-2 0 0,2 0 0 0,-8-49 0 0,4 52 0 16,-4-52 0-1,2 49 0 1,-2-49 0-16,0 0 0 16,0 49 0-16,0-49 0 15,0 0 0 1,0 0 0-16,-4 36 0 16,4-36 0-1,0 0 0-15,0 0 0 16,-10 27 0-1,10-27 0-15,-8 9 0 16,8-9 0 0,-7 0 0-16,7 0 0 15,-6-13 0-15,0-14 0 16,4-2 0 0,7-9 0-1,2-10 0-15,2 1 0 16,-1 7 0-16,12 5 0 15,7 3 0 1,7 7 0-16,8 7 0 16,6 7 0-1,0 5 0-15,1 1 0 16,-3 4 0 0,1-2 0-16,-47 3 0 15,44 0 0 1,-44 0 0-16,43 4 0 15</inkml:trace>
  <inkml:trace contextRef="#ctx0" brushRef="#br0" timeOffset="91841.63">17585 6738 255 0,'0'0'0'0,"0"0"0"0,0 0 0 0,0 0 0 0,21-13 0 0,14-12 0 0,4-7 0 0,-4-1 0 16,-4-2 0-16,-10 2 0 16,-8 6 0-16,-11 5 0 15,-11 8 0 1,-6 8 0-16,-12 10 0 0,-2 14 0 15,-4 14 0 1,-1 19 0-16,-1 16 0 16,9 14 0-1,21-11 0-15,17-24 0 16,7-17 0 0,8-19 0-1,5-14 0-15,3-9 0 16,0-8 0-16</inkml:trace>
  <inkml:trace contextRef="#ctx0" brushRef="#br0" timeOffset="92317.12">17990 6560 255 0,'0'0'0'16,"0"0"0"-16,0 0 0 15,0 0 0 1,0 0 0-16,0 21 0 16,0 16 0-1,-4 1 0-15,-1-8 0 16,3-13 0-16,4-5 0 15,3-12 0 1,3-9 0-16,10-5 0 16,8-5 0-1,1-2 0-15,-3 2 0 16,2 4 0 0,-1 7 0-16,-5 10 0 15,-7 7 0-15,-6 6 0 16,-5 9 0-1,-6 8 0 1,-7 1 0-16,0 4 0 16,-1 8 0-1,12-45 0-15,-4 45 0 16,4-45 0-16,6 34 0 16,6-18 0-1</inkml:trace>
  <inkml:trace contextRef="#ctx0" brushRef="#br0" timeOffset="93161.63">18589 6577 255 0,'0'0'0'0,"0"0"0"0,0 0 0 0,0 0 0 0,-17 4 0 0,-19 14 0 0,-7 14 0 0,3 7 0 16,-2 14 0-16,7 9 0 15,9-5 0 1,15-5 0-16,11-52 0 15,3 40 0-15,12-12 0 16,8-19 0 0,0-15 0-16,5-14 0 15,6-14 0 1,6-13 0-16,3-19 0 16,4-20 0-1,-7-12 0-15,-11 10 0 16,-11 12 0-1,-9 17 0-15,-7 18 0 16,-2 14 0-16,-2 12 0 16,-1 7 0-1,-1 8 0 1,-3 12 0-16,0 14 0 16,1 8 0-16,1 20 0 15,1 20 0 1,0 14 0-16,2 1 0 15,6-9 0 1,7-15 0-16,-3-19 0 16,6-7 0-16,-14-39 0 15,20 27 0 1,5-9 0 0,0-14 0-16,2-10 0 15,4-10 0 1,0-8 0-16,4-13 0 15,-5-3 0 1,-9-3 0-16,-6 1 0 16,-13 5 0-16,-6 5 0 15,-7 12 0 1,-5 8 0-16,-8 15 0 16,3 12 0-16,-2 17 0 15,1 19 0 1,9 14 0-16,6 8 0 15,14-7 0 1,13-12 0-16,14-20 0 16,-9-18 0-1</inkml:trace>
  <inkml:trace contextRef="#ctx0" brushRef="#br0" timeOffset="93589.6">19187 6618 255 0,'-4'68'0'0,"0"-15"0"0,2-2 0 0,-3-8 0 0,-2-9 0 0,2-15 0 0,-1-4 0 0,0-9 0 16,-4-6 0-16,10-6 0 15,7-9 0 1,11-7 0-16,8-7 0 16,14-6 0-1,17-5 0-15,3 3 0 16,-11 14 0-16,-6 15 0 16,-14 11 0-1,-15 2 0 1,-7 4 0-16</inkml:trace>
  <inkml:trace contextRef="#ctx0" brushRef="#br0" timeOffset="93807.1">19832 6679 255 0,'0'0'0'0,"0"0"0"0,0 24 0 15,0 19 0 1,0 15 0 0,0 5 0-16,0-10 0 15,0-21 0 1,0-28 0-16,0-6 0 16</inkml:trace>
  <inkml:trace contextRef="#ctx0" brushRef="#br0" timeOffset="93943">19751 6524 255 0,'0'0'0'0,"0"0"0"16,0 0 0 0,0 0 0-16,0 0 0 15</inkml:trace>
  <inkml:trace contextRef="#ctx0" brushRef="#br0" timeOffset="94388.9">20078 6627 255 0,'0'0'0'15,"0"0"0"-15,0 0 0 16,0 25 0 0,0 23 0-16,0 12 0 15,0-2 0 1,0-9 0-1,0-22 0-15,4-14 0 16,3-13 0-16,9-11 0 16,8-10 0-1,3 0 0-15,2 0 0 16,-2 3 0-16,-4 10 0 16,-5 10 0-1,-5 10 0-15,-13 13 0 16,-5 12 0-1,-3 7 0-15,-4 0 0 16,12-44 0 0,-11 39 0-16</inkml:trace>
  <inkml:trace contextRef="#ctx0" brushRef="#br0" timeOffset="95268.29">20604 6833 255 0,'0'0'0'0,"0"0"0"0,0 0 0 0,0 0 0 0,0 0 0 0,0 0 0 0,0 0 0 0,0 0 0 16,0 0 0-16,0 0 0 0,0 0 0 15,-7 17 0 1,-9 12 0-1,3 7 0-15,3 5 0 16,2-5 0-16,8-7 0 16,4-10 0-1,8-13 0-15,5-11 0 16,8-8 0 0,-5-7 0-16,3-7 0 15,-4-4 0 1,3-5 0-16,-7 8 0 15,-3 9 0-15,-6 4 0 16,-4 8 0 0,-4 8 0-16,0 13 0 15,-2 4 0 1,4 6 0-16,4 7 0 16,2-3 0-1,8 1 0-15,1 2 0 16,6 0 0-1,5 9 0-15,0-3 0 16,2 1 0 0,-28-38 0-16,23 42 0 15,-23-42 0 1,18 45 0-16,-12-1 0 16,-6-3 0-1,-8-10 0-15,-8-4 0 16,-7-6 0-16,-9 2 0 15,-16 0 0 1,-22-3 0-16,-19-2 0 16,-12-5 0-16,4-8 0 15,6-4 0 1,11 3 0-16,14-4 0 16,13-4 0-1,53 4 0 1,0 0 0-16,-32-2 0 15,35-13 0-15,30-10 0 16,26-13 0 0,28-11 0-16,14-9 0 15</inkml:trace>
  <inkml:trace contextRef="#ctx0" brushRef="#br0" timeOffset="100890.03">17746 8046 255 0,'-8'-43'0'0,"-13"22"0"0,-10 9 0 0,-12 5 0 0,-13 9 0 0,-10 14 0 0,-9 10 0 0,8 13 0 0,9 10 0 0,22 3 0 0,21-9 0 0,13-1 0 0,10-7 0 0,13-1 0 0,9-1 0 0,5-4 0 15,7 2 0 1,5 1 0-16,12 1 0 16,-4 0 0-1,1 3 0-15,-4-2 0 16,-6-3 0-16,-5-4 0 15,-12-2 0 1,-29-25 0 0,15 24 0-16,-17-1 0 15,-11-5 0-15,-16 1 0 16,-14 3 0 0,-22 1 0-16,-24 2 0 15,-32 2 0 1,-2-3 0-16,7-2 0 15,37-2 0 1,79-20 0-16,-49 3 0 16,17-6 0-1</inkml:trace>
  <inkml:trace contextRef="#ctx0" brushRef="#br0" timeOffset="101566.62">18339 7777 255 0,'0'0'0'16,"0"0"0"-16,0 0 0 0,0 18 0 0,-7 23 0 0,-6 19 0 0,-3 18 0 0,-3 22 0 0,-4 10 0 0,7-6 0 15,8-9 0-15,5-9 0 16,8-17 0-16,9-15 0 15,15-6 0 1,13-7 0 0,14-15 0-16,9-13 0 15,1-13 0-15,0-16 0 16,-8-12 0 0,-19 1 0-16</inkml:trace>
  <inkml:trace contextRef="#ctx0" brushRef="#br0" timeOffset="101830.38">18042 8325 255 0,'0'0'0'16,"40"-5"0"-16,36-14 0 16,21-2 0-1,3 5 0-15,-28 5 0 16</inkml:trace>
  <inkml:trace contextRef="#ctx0" brushRef="#br0" timeOffset="102535">19254 8242 255 0,'0'0'0'0,"0"0"0"0,0 0 0 0,-15 3 0 0,-26 5 0 0,-3 15 0 0,-1 10 0 0,-4 14 0 0,-1 10 0 15,8 2 0 1,13 3 0-16,29-62 0 16,-8 48 0-1,8-48 0-15,11 26 0 16,13-27 0-1,5-14 0-15,5-15 0 16,3-8 0 0,4 0 0-16,-5 9 0 15,-12 14 0 1,-10 15 0-16,-6 15 0 16,-1 14 0-16,-5 11 0 15,3 16 0 1,2 9 0-16,6-8 0 15,9-12 0 1,6-26 0-16,1-26 0 16,-2-17 0-1,4-10 0-15</inkml:trace>
  <inkml:trace contextRef="#ctx0" brushRef="#br0" timeOffset="103151.19">19780 7836 255 0,'0'0'0'0,"0"0"0"16,0 0 0-16,-2 18 0 16,-9 32 0-1,-3 20 0-15,-3 19 0 16,-4 32 0-1,4 2 0-15,3-13 0 16,3-16 0 0,9-19 0-16,0-12 0 15,2-63 0-15,2 48 0 16,-2-48 0 0,0 0 0-16,9 35 0 15,-1-33 0 1,-3-12 0-16,0-17 0 15,-5-12 0 1,-5-16 0-16,-6-14 0 16,-9 0 0-16,0 7 0 15,20 62 0 1,-24-47 0-16,24 47 0 16,0 0 0-1,-17-16 0 1,17 19 0-16,10 3 0 0,3 2 0 15,10-2 0 1,6-6 0 0,4-6 0-16,2 2 0 15,-35 4 0-15,48 0 0 16,-8 13 0 0,-7 15 0-16,-8 20 0 15,-8 25 0 1,2 15 0-16,-3-8 0 15,-16-80 0 1,17 51 0-16,0-38 0 16,-6-28 0-1,-7-6 0-15</inkml:trace>
  <inkml:trace contextRef="#ctx0" brushRef="#br0" timeOffset="103297.5">20033 8233 255 0,'0'0'0'0,"0"0"0"0,0 0 0 0,0 21 0 0,0 17 0 0</inkml:trace>
  <inkml:trace contextRef="#ctx0" brushRef="#br0" timeOffset="103730.78">21090 8264 255 0,'0'0'0'16,"0"0"0"-16,0 0 0 15,-21-1 0-15,-24-8 0 16,-15 12 0-1,-12 18 0-15,-15 23 0 16,5 19 0 0,19 9 0-16,20 1 0 15,21 1 0 1,20-2 0-16,26-10 0 16,19-15 0-1,20-19 0-15,19-22 0 16,15-26 0-1,-18-7 0-15</inkml:trace>
  <inkml:trace contextRef="#ctx0" brushRef="#br0" timeOffset="104808.53">18105 9139 255 0,'-52'-38'0'0,"9"22"0"0,-6 12 0 0,-5 20 0 16,-12 20 0-16,-6 24 0 0,7 21 0 0,17-6 0 15,27-12 0-15,13-15 0 16,22-11 0-1,12-16 0-15,7-6 0 16,11-8 0-16,10-1 0 16,13-2 0-1,9 3 0-15,-76-7 0 16,75 12 0 0,-24 8 0-16,-32 2 0 15,-21 2 0 1,-22 10 0-1,-18 7 0-15,-24 14 0 16,-23 16 0 0,-12 7 0-16,4-7 0 15,15-23 0-15,22-14 0 16,15-18 0 0,20-12 0-16</inkml:trace>
  <inkml:trace contextRef="#ctx0" brushRef="#br0" timeOffset="105330.67">18458 9013 255 0,'0'0'0'0,"0"0"0"0,0 0 0 0,0 0 0 0,0 0 0 0,0 0 0 0,0 0 0 16,0 0 0-16,0 0 0 15,0 0 0 1,0 0 0-16,0 0 0 16,0 0 0-16,0 0 0 15,0 0 0 1,0 0 0-16,0 0 0 16,0 0 0-1,0 0 0 1,0 0 0-16,0 0 0 15,-7 23 0-15,-13 26 0 16,0 27 0 0,-4 31 0-16,-6 30 0 15,12-9 0 1,11-21 0-16,9-27 0 16,6-24 0-16,-8-56 0 15,8 29 0 1</inkml:trace>
  <inkml:trace contextRef="#ctx0" brushRef="#br0" timeOffset="105523.48">18496 8869 255 0,'0'0'0'0,"0"0"0"16,0 0 0-16,0 0 0 0</inkml:trace>
  <inkml:trace contextRef="#ctx0" brushRef="#br0" timeOffset="106182.96">19057 8801 255 0,'0'0'0'15,"-2"41"0"-15,-4 35 0 16,-8 28 0 0,-9 24 0-16,0 0 0 15,2-14 0 1,3-30 0-1,7-23 0-15,11-61 0 16,-10 42 0-16,10-42 0 16,-16 20 0-1,2-20 0-15,6-10 0 16,2-13 0-16,-3-6 0 16,9 29 0-1,-6-31 0-15,6 31 0 16,0 0 0-1,-5-27 0-15,8 12 0 16,5 9 0 0,7 8 0-16,7 6 0 15,4 0 0-15,3 6 0 16,7-5 0 0,9-4 0-16,2-5 0 15,5-12 0 1,-2-8 0-16,9-12 0 15,1-9 0 1,-8-11 0-16,-13-7 0 16,-13 10 0-1,-26 49 0-15,11-45 0 16,-15 17 0 0,-10 20 0-16,-7 20 0 15,-1 15 0 1,-2 19 0-16,-3 33 0 15,0 31 0-15,13 20 0 16,22-9 0 0,21-37 0-1,13-41 0-15,0-32 0 16,-1-19 0-16,-12-2 0 16</inkml:trace>
  <inkml:trace contextRef="#ctx0" brushRef="#br0" timeOffset="107068.59">18038 10558 255 0,'-18'-43'0'0,"-10"26"0"0,-3 11 0 0,-5 14 0 0,-3 20 0 0,-4 19 0 15,4 22 0-15,2 27 0 16,12 5 0-16,21-25 0 0,4-76 0 16,20 38 0-1,6-40 0-15,-2-23 0 16,1-13 0-1,9-18 0-15,-5-12 0 16,-4 2 0 0,-10 21 0-1,-1 22 0-15,-5 16 0 16,-1 14 0-16,4 14 0 16,7 15 0-1,11 19 0-15,11 22 0 16,15 14 0-1,8 12 0-15,2-17 0 16,-8-16 0-16,-16-11 0 16,-8-8 0-1,-14-2 0-15,-11 1 0 16,-11 5 0 0,-11 11 0-16,-12 0 0 15,-14-1 0 1,-14 0 0-16,-9-7 0 15,-13-19 0-15,-5-13 0 16,1-22 0 0,10-21 0-1,15-22 0-15,25-14 0 16,22-15 0 0,14-14 0-16,5 3 0 15</inkml:trace>
  <inkml:trace contextRef="#ctx0" brushRef="#br0" timeOffset="108113.41">18334 10635 255 0,'75'-18'0'0,"-17"-11"0"0,-58 29 0 0,57-33 0 0,-57 33 0 0,0 0 0 0,0 0 0 16,46-40 0-16,-46 40 0 0,25-41 0 0,-25 41 0 16,4-37 0-16,-4 37 0 15,-10-31 0 1,-9 15 0-16,-3 12 0 15,-4 12 0-15,0 16 0 16,-1 12 0 0,1 17 0-16,5 15 0 15,15-1 0 1,12-12 0-16,21-12 0 16,8-23 0-16,13-15 0 15,9-17 0 1,7-5 0-16,-4-8 0 15,-15 5 0 1</inkml:trace>
  <inkml:trace contextRef="#ctx0" brushRef="#br0" timeOffset="108567.28">19083 10389 255 0,'0'0'0'0,"0"0"0"16,0 0 0-1,0 0 0-15,0 0 0 16,0 22 0-1,-5 25 0-15,0 6 0 16,2 1 0 0,1-6 0-16,2-21 0 15,5-17 0 1,5-16 0-16,14-14 0 16,12-16 0-16,8-9 0 15,8-6 0 1,-5-1 0-16,-14 20 0 15,-10 18 0 1,-7 18 0-16,-7 11 0 16,-3 12 0-16,-2 13 0 15,3 14 0 1,4 4 0-16,-11-58 0 16,18 54 0-1</inkml:trace>
  <inkml:trace contextRef="#ctx0" brushRef="#br0" timeOffset="108929.92">19669 10519 255 0,'0'0'0'0,"0"0"0"0,0 0 0 16,0 0 0-16,0 0 0 0,19-14 0 0,17-17 0 15,2-9 0 1,-8-4 0 0,-14 7 0-16,-12 8 0 0,-11 13 0 15,-6 16 0 1,-10 13 0-16,-4 19 0 15,-4 23 0 1,-2 22 0 0,8 13 0-16,25-8 0 15,20-38 0-15,-5-32 0 16,-3-17 0-16</inkml:trace>
  <inkml:trace contextRef="#ctx0" brushRef="#br0" timeOffset="109291.55">19961 10465 255 0,'0'0'0'16,"0"33"0"-1,0 19 0-15,0 2 0 16,0 2 0-16,-2-3 0 15,-7-18 0 1,1-12 0-16,-2-12 0 16,6-13 0-1,4-9 0-15,4-12 0 16,12-8 0 0,14-9 0-16,8-7 0 15,11-5 0-15,2 4 0 16,-1 5 0-1,0 8 0-15,-5 10 0 16,-5 4 0 0,-8 6 0-16</inkml:trace>
  <inkml:trace contextRef="#ctx0" brushRef="#br0" timeOffset="109746.43">20719 10437 255 0,'0'0'0'0,"0"0"0"16,0 0 0-1,0 0 0-15,0 0 0 16,0 0 0-16,-17 18 0 15,-15 23 0 1,-1 10 0-16,2 7 0 16,8-2 0-1,23-56 0-15,-8 47 0 16,10-19 0-16,7-16 0 16,4-14 0-1,3-13 0-15,8-16 0 16,5-16 0-1,3-12 0-15,-3-3 0 16,-6 13 0 0,-10 12 0-16,-4 19 0 15,-7 13 0 1,-2 18 0-16,5 18 0 16,1 17 0-16,5 22 0 15,9 6 0 1,17-3 0-16,8-38 0 15,-5-38 0 1,-9-15 0 0</inkml:trace>
  <inkml:trace contextRef="#ctx0" brushRef="#br0" timeOffset="110397.15">21428 9492 255 0,'0'0'0'0,"-2"36"0"0,-3 33 0 16,0 23 0-16,3 31 0 0,0 13 0 0,2-1 0 0,0-26 0 16,0-23 0-16,0-20 0 15,0-66 0-15,2 54 0 16,-2-54 0 0,12 46 0-16,-12-46 0 15,13 16 0 1,-7-26 0-16,-4-6 0 15,-10-12 0 1,-5-5 0-16,-10-10 0 16,-9 5 0-16,32 38 0 15,-35-31 0 1,35 31 0-16,0 0 0 16,0 0 0-1,-34-21 0-15,34 21 0 16,-9-17 0-1,23 6 0 1,8 0 0-16,9-3 0 16,8 2 0-16,11-2 0 15,4 5 0 1,2 9 0-16,1 15 0 16,-18 19 0-1,-12 9 0-15,-14 13 0 16,-1 13 0-1,-8-2 0-15,-4-10 0 16,0-57 0-16,-4 35 0 16,2-24 0-1</inkml:trace>
  <inkml:trace contextRef="#ctx0" brushRef="#br0" timeOffset="110553.34">21638 9971 255 0,'0'0'0'0,"0"0"0"0,0 0 0 0,0 0 0 0,0 0 0 0</inkml:trace>
  <inkml:trace contextRef="#ctx0" brushRef="#br0" timeOffset="110899.11">22031 10025 255 0,'0'0'0'0,"-17"29"0"16,-12 23 0-16,2 25 0 15,4 34 0 1,10 16 0-16,11-23 0 15,11-46 0 1,-9-58 0-16,20 18 0 16,-5-29 0-1,1-14 0-15,-3-6 0 16,1-11 0 0,-3-19 0-16,-9-8 0 15,-8-1 0-15,-8 13 0 16,-3 16 0-1,1 22 0-15,3 15 0 16,4 18 0 0,-1 5 0-16,4-2 0 15</inkml:trace>
  <inkml:trace contextRef="#ctx0" brushRef="#br0" timeOffset="111262.45">22396 9924 255 0,'0'0'0'15,"0"0"0"1,0 0 0-16,0 26 0 16,0 26 0-16,-5 13 0 15,1-4 0 1,2-10 0-1,0-22 0-15,6-19 0 0,7-11 0 16,7-12 0 0,11-8 0-1,5-4 0-15,8-2 0 16,-3 7 0-16,-6 9 0 16,-13 17 0-1,-1 13 0-15,-6 19 0 16,-4 24 0-16,-4 23 0 15,-1 16 0 1,-15-1 0 0,-7-35 0-16</inkml:trace>
  <inkml:trace contextRef="#ctx0" brushRef="#br0" timeOffset="112056.44">19331 10821 255 0,'-41'55'0'0,"5"8"0"0,-10 30 0 0,1 32 0 0,3 30 0 0,15 6 0 0,18-4 0 0,16-16 0 15,17-18 0-15,12-18 0 0,12-21 0 0,19-20 0 0,-1-24 0 0,-6-28 0 0,-19-14 0 0</inkml:trace>
  <inkml:trace contextRef="#ctx0" brushRef="#br0" timeOffset="112565.81">20224 11436 255 0,'0'0'0'0,"0"0"0"16,0 0 0-16,-10-8 0 15,-19-6 0 1,-6 14 0-16,-8 16 0 15,3 16 0 1,11 7 0 0,7-2 0-16,8 1 0 15,12-7 0-15,11-6 0 16,8-4 0 0,10-4 0-16,9-4 0 15,11 5 0-15,-4-2 0 16,0 1 0-1,-6 0 0 1,-37-17 0-16,27 24 0 16,-16 8 0-16,-15-6 0 15,-15 3 0 1,-14 5 0-16,-23 7 0 16,-18 4 0 30,-23 3 0-14,-14 1 0-17,18-6 0-15,21-12 0 16,18-15 0-16,23-9 0 16</inkml:trace>
  <inkml:trace contextRef="#ctx0" brushRef="#br0" timeOffset="113080.56">21000 11283 255 0,'0'0'0'0,"0"0"0"0,0 0 0 0,-21 0 0 0,-23 4 0 0,-18 20 0 0,-11 20 0 0,-6 23 0 0,6 12 0 0,29-13 0 0,29-15 0 0,17-15 0 0,15-8 0 0,10-13 0 0,4-7 0 0,8-1 0 16,14-2 0-16,7 2 0 15,-60-7 0 1,66 10 0 0,-66-10 0-1,49 17 0-15,-24 3 0 31,-23 2 0-15,-16 5 0-16,-13 2 0 0,-21 13 0 0,-21 6 0 16,-19 7 0-16,-16 0 0 15,13-7 0 1,21-8 0 0,70-40 0-16,0 0 0 15,-56 18 0-15</inkml:trace>
  <inkml:trace contextRef="#ctx0" brushRef="#br0" timeOffset="113648.34">21684 11089 255 0,'0'0'0'0,"0"0"0"0,0 0 0 0,-13 0 0 0,-16-6 0 16,-6 9 0-16,-11 16 0 15,-2 18 0 1,-8 19 0-1,-4 32 0-15,3 29 0 16,17 18 0-16,20-3 0 16,20-20 0-1,15-30 0 1,12-30 0-16,8-25 0 16,7-19 0-16,-2-15 0 15,5-12 0-15,-8-12 0 16,-8-4 0-1,-29 35 0-15,21-43 0 16,-8 5 0 0</inkml:trace>
  <inkml:trace contextRef="#ctx0" brushRef="#br0" timeOffset="113911.72">21373 11643 255 0,'0'0'0'0,"30"-2"0"16,14-5 0-1,8-1 0-15,-1-1 0 16,-1 2 0 0,-50 7 0-16,42 0 0 15,-10 18 0 1,-15 26 0-16,-13 21 0 15,-13 27 0 1,-10 40 0-16,-3 10 0 16,-1-16 0-16,3-47 0 15,9-43 0 1</inkml:trace>
  <inkml:trace contextRef="#ctx0" brushRef="#br0" timeOffset="114350.05">22195 10653 255 0,'0'0'0'0,"0"0"0"0,17 15 0 0,12 13 0 0,8 12 0 0,-4 11 0 16,-2 16 0 0,-6 13 0-1,-7 12 0 1,-12 13 0-16,-12 5 0 0,-12 10 0 16,-11 15 0-1,-11 12 0-15,-15 9 0 16,-11 10 0-16,10-39 0 15</inkml:trace>
  <inkml:trace contextRef="#ctx0" brushRef="#br0" timeOffset="139050.46">25147 5762 255 0,'-55'-13'0'0,"4"2"0"0,-5 4 0 0,-9 2 0 0,-8 10 0 0,-6 7 0 0,-1 12 0 0,8 8 0 31,9 7 0-31,12 5 0 0,8 2 0 16,12 3 0 0,12 2 0-16,6 6 0 15,18-3 0-15,13-4 0 16,20 0 0-1,14-10 0-15,16-13 0 16,37-17 0 0,24-14 0-16,16-16 0 15,-4-10 0 1,-34 0 0-16,-43 7 0 16</inkml:trace>
  <inkml:trace contextRef="#ctx0" brushRef="#br0" timeOffset="139456.32">25832 5734 255 0,'0'0'0'0,"0"0"0"0,0 0 0 0,0 0 0 0,-3 19 0 0,-9 27 0 0,-1 15 0 0,-5 15 0 0,5 8 0 0,6-8 0 0,7-76 0 0,2 57 0 16</inkml:trace>
  <inkml:trace contextRef="#ctx0" brushRef="#br0" timeOffset="139663.2">26153 6033 255 0,'0'0'0'0,"0"0"0"16,-9 29 0 0,-9 18 0-16,0 2 0 15,5-16 0 1</inkml:trace>
  <inkml:trace contextRef="#ctx0" brushRef="#br0" timeOffset="139817.68">26051 5872 255 0,'0'0'0'0,"0"0"0"16,0 0 0-16</inkml:trace>
  <inkml:trace contextRef="#ctx0" brushRef="#br0" timeOffset="140543.97">26437 6145 255 0,'49'-6'0'0,"-20"-6"0"0,-5-4 0 16,-9-2 0-16,-3-1 0 0,-10 2 0 0,-10 6 0 0,-7 7 0 0,-11 11 0 0,-2 10 0 0,3 13 0 0,3 15 0 15,6 5 0 1,8 6 0-16,18-6 0 16,19-22 0-16,9-20 0 15,-4-12 0 1</inkml:trace>
  <inkml:trace contextRef="#ctx0" brushRef="#br0" timeOffset="140977.28">26964 6018 255 0,'0'0'0'16,"0"0"0"-16,0 0 0 15,0 0 0 1,0 0 0-16,0 0 0 15,0 0 0 1,0 0 0 0,0 0 0-16,0 0 0 15,-3 20 0-15,-6 16 0 16,2 1 0 0,3-7 0-16,2-15 0 15,0-3 0 1,2-7 0-16,8-7 0 15,8-7 0 1,4-1 0-16,5-1 0 16,-5 1 0-16,4 10 0 15,-1 8 0 1,-7 5 0-16,-9 11 0 16,-3 7 0-1,-4 5 0-15,0-36 0 16,2 45 0-16</inkml:trace>
  <inkml:trace contextRef="#ctx0" brushRef="#br0" timeOffset="141331.26">27546 5759 255 0,'0'0'0'15,"0"0"0"-15,0 0 0 0,0 0 0 0,0 0 0 0,-2 26 0 0,-9 23 0 0,-1 16 0 16,-4 8 0-1,-2 8 0-15,4-7 0 16,14-74 0 0,-10 61 0-16,10-61 0 15,0 0 0 1,0 0 0-16,-10 35 0 16,1-29 0-16,5-17 0 15,-2-3 0 1</inkml:trace>
  <inkml:trace contextRef="#ctx0" brushRef="#br0" timeOffset="141474.63">27350 6041 255 0,'0'0'0'15,"0"0"0"-15,0 0 0 16,4 1 0 0,15 6 0-16,12 1 0 15,5 5 0-15,11 2 0 31,-5-7 0-31</inkml:trace>
  <inkml:trace contextRef="#ctx0" brushRef="#br0" timeOffset="141665.14">27840 6181 255 0,'0'0'0'16,"31"4"0"-16,19 0 0 16,4-2 0-1,10 2 0-15,-6-4 0 16</inkml:trace>
  <inkml:trace contextRef="#ctx0" brushRef="#br0" timeOffset="142116.48">28890 5964 255 0,'0'0'0'0,"0"0"0"16,0 0 0-1,0 0 0-15,-17 2 0 16,-25 7 0 0,2 9 0-16,11 4 0 15,7 1 0 1,17-4 0-16,12 2 0 16,11 1 0-16,9 0 0 15,8 1 0 1,12 3 0-16,5 6 0 15,-3-3 0 1,-49-29 0-16,0 0 0 16,34 30 0-1,-30-4 0-15,-18-4 0 16,-10-9 0 0,-14 2 0-16,-15-5 0 15,-8-1 0 1,-3-4 0-16,64-5 0 15,0 0 0-15,-54-9 0 16</inkml:trace>
  <inkml:trace contextRef="#ctx0" brushRef="#br0" timeOffset="142345.97">29380 6113 255 0,'0'0'0'0,"0"0"0"16,0 28 0-16,0 14 0 0,-4 14 0 0,-4-3 0 15,-1-20 0-15,4-29 0 16,3-10 0-16</inkml:trace>
  <inkml:trace contextRef="#ctx0" brushRef="#br0" timeOffset="142459.46">29407 5850 255 0,'0'0'0'0,"0"0"0"15,0 0 0 1,0 0 0-16</inkml:trace>
  <inkml:trace contextRef="#ctx0" brushRef="#br0" timeOffset="143256.14">29904 5988 255 0,'0'0'0'0,"0"0"0"16,0 0 0-1,-14 11 0-15,-13 12 0 16,-2 8 0 0,-6 13 0-1,4 12 0-15,4 5 0 0,13-9 0 16,14-52 0-1,-6 42 0-15,6-42 0 16,8 33 0 0,10-24 0-1,-1-16 0-15,6-11 0 16,6-14 0-16,6-16 0 16,8-24 0-16,7-18 0 15,-10-14 0 1,-11 10 0-1,-12 18 0-15,-8 23 0 16,-7 19 0-16,-2 15 0 16,-8 13 0-1,-5 9 0-15,-1 10 0 16,-3 12 0 0,1 10 0-16,0 16 0 15,5 14 0-15,6 10 0 16,8 3 0-1,6 0 0-15,8-13 0 16,6-14 0 0,2-8 0-16,1-14 0 15,0-8 0 1,2-11 0-16,-1-10 0 16,2-10 0-1,2-3 0-15,0-11 0 16,2-6 0-1,-3-5 0-15,-30 35 0 16,21-36 0-16,-21 36 0 16,6-31 0-1,-12 23 0-15,-6 12 0 16,-5 18 0 0,-5 17 0-16,3 17 0 31,3 16 0-31,14 5 0 15,22-17 0-15,27-27 0 0,20-19 0 16,-7-14 0 0</inkml:trace>
  <inkml:trace contextRef="#ctx0" brushRef="#br0" timeOffset="147120.34">24221 6798 255 0,'15'60'0'0,"-9"-4"0"0,-1 14 0 15,-1 0 0-15,-4-3 0 0,-6-7 0 0,-5-16 0 0,11-44 0 0,0 0 0 16,0 0 0 0,-17 27 0-16,4-23 0 15,9-18 0-15,6-10 0 16,6-13 0-1,9-11 0-15,5-2 0 16,11-5 0 0,12 4 0-16,1 10 0 15,7 12 0 1,-4 8 0-16,-3 3 0 16,-3 14 0-16,0 3 0 15,4 2 0 1,0 6 0-16,-5 5 0 15,-42-12 0-15,32 11 0 16</inkml:trace>
  <inkml:trace contextRef="#ctx0" brushRef="#br0" timeOffset="147491.22">24976 7092 255 0,'5'-9'0'0,"3"-6"0"16,8-2 0-16,5-7 0 15,-2-4 0 1,-3-1 0-16,-5 0 0 31,-7 2 0-31,-4 2 0 16,-4 7 0-1,-7 7 0-15,-9 14 0 16,-1 9 0-16,0 19 0 16,-2 15 0-1,5 10 0-15,10 11 0 16,12 2 0-16,18-13 0 15,16-23 0-15,-7-14 0 16</inkml:trace>
  <inkml:trace contextRef="#ctx1" brushRef="#br0">31022 11664 0,'2'-16'0,"0"0"16,-4 7 0</inkml:trace>
  <inkml:trace contextRef="#ctx0" brushRef="#br0" timeOffset="147915.89">25350 7125 255 0,'8'0'0'0,"24"-5"0"0,21-4 0 0,20 0 0 0,-73 9 0 0,86-12 0 16,11 5 0 15,-97 7 0-15,93-6 0 15</inkml:trace>
  <inkml:trace contextRef="#ctx0" brushRef="#br0" timeOffset="148381.18">26243 6838 255 0,'0'37'0'16,"-13"69"0"15,-18 48 0-15,-2-60 0 15,33-94 0-31,-2-11 0 31,39-40 0-15,31-1 0 0,29 25 0-1,12 27 0 16,-24 14 0-15</inkml:trace>
  <inkml:trace contextRef="#ctx1" brushRef="#br0" timeOffset="1004.69">32141 12421 0,'0'0'0,"7"-21"16,-7 21-1,0-61 1,0 61 0,0 0-1,0 0 1,-7-118-1,7 118 1,0 0 0,0 0-1,-9-114-15,9 114 16,-9-59-16,9 39 16,4 16-16</inkml:trace>
  <inkml:trace contextRef="#ctx0" brushRef="#br0" timeOffset="149122.94">26851 7193 255 0,'0'0'0'0,"0"0"0"0,4 0 0 0,7 0 0 0,17-3 0 0,7-10 0 0,10-13 0 0,2-5 0 0,3-6 0 0,-6-5 0 16,-44 42 0-16,31-40 0 15,-31 40 0 1,5-34 0-16,-14 17 0 15,-11 17 0-15,-6 11 0 16,-5 18 0 0,-8 22 0-16,2 16 0 15,6 14 0 1,25-11 0-16,22-15 0 16,15-26 0-1,17-24 0-15,9-20 0 16,14-16 0-16,6-6 0 15,-4 1 0 1,-19 11 0-16</inkml:trace>
  <inkml:trace contextRef="#ctx0" brushRef="#br0" timeOffset="149406.06">27659 7207 255 0,'0'0'0'0,"0"0"0"0,0 0 0 0,0 0 0 0,0 0 0 0,0 0 0 0,0 0 0 0,0-9 0 15,0-8 0-15,0 1 0 0</inkml:trace>
  <inkml:trace contextRef="#ctx0" brushRef="#br0" timeOffset="149858.85">27677 6941 255 0,'0'0'0'0,"0"0"0"16,0 0 0-16,0 0 0 15,0 0 0-15,0 0 0 16,0 0 0 15,0 0 0-31,-2 21 0 0,-12 23 0 16,-3 10 0-16,-3 6 0 15,4-6 0 1,5-19 0-16,5-15 0 16,6-13 0-1,10-16 0-15,8-9 0 16,7-10 0-1,10-5 0-15,3 5 0 16,-5 5 0-16,-3 12 0 16,-7 13 0-1,-8 10 0-15,-6 15 0 16,-9 13 0 0,-5 15 0-16,-1 13 0 15,6-68 0 1,0 0 0-1,-2 67 0-15</inkml:trace>
  <inkml:trace contextRef="#ctx0" brushRef="#br0" timeOffset="150637.95">28326 7088 255 0,'0'0'0'0,"0"0"0"0,0 0 0 0,0 0 0 0,0 0 0 0,-16 4 0 15,-18 12 0 1,-8 15 0-16,-1 11 0 16,1 10 0-1,8 9 0-15,34-61 0 16,-18 56 0-1,18-56 0-15,4 40 0 16,17-31 0-16,4-22 0 16,4-16 0-1,15-22 0-15,16-19 0 16,18-22 0 0,-8-4 0-16,-6 6 0 15,-15 15 0-15,-18 15 0 16,-31 60 0-1,0 0 0-15,0 0 0 16,0-30 0 0,-14 26 0-1,-5 15 0-15,-1 11 0 16,-5 14 0-16,-5 16 0 16,-1 15 0-1,4 20 0-15,8 6 0 16,11-14 0-1,18-13 0 1,3-16 0-16,7-12 0 16,7-14 0-16,4-7 0 15,-1-16 0-15,-1-5 0 16,4-12 0 0,7-10 0-16,-2-10 0 15,-2-5 0 1,3-9 0-16,-10 0 0 15,-29 50 0 1,10-48 0-16,-14 14 0 16,-8 20 0-1,-3 16 0-15,-5 18 0 16,-2 13 0 0,-2 21 0-16,-2 20 0 15,6 16 0-15,15-5 0 16,14-27 0-1,11-22 0 1,12-30 0-16,-1-20 0 16,-4-3 0-16</inkml:trace>
  <inkml:trace contextRef="#ctx0" brushRef="#br0" timeOffset="151005.97">29089 7204 255 0,'-14'63'0'0,"6"-21"0"0,1 1 0 0,-4-5 0 0,2-11 0 0,3-9 0 15,3-9 0 1,1-9 0 0,7-9 0-16,5-9 0 15,11-4 0-15,3-3 0 16,7 1 0-16,11-1 0 16,3 10 0-1,3 3 0-15,-4 8 0 16,-1 2 0-16,-43 2 0 15,42-3 0 1,-6-4 0-16</inkml:trace>
  <inkml:trace contextRef="#ctx0" brushRef="#br0" timeOffset="151213.53">29787 7246 255 0,'0'0'0'15,"0"25"0"-15,-2 18 0 16,-5 4 0-16,1 0 0 16,-2-14 0-1,2-18 0-15,-1-12 0 16</inkml:trace>
  <inkml:trace contextRef="#ctx0" brushRef="#br0" timeOffset="151365.91">29751 6902 255 0,'0'0'0'0,"0"0"0"16,0 0 0-16,0 0 0 15,0 0 0 1</inkml:trace>
  <inkml:trace contextRef="#ctx0" brushRef="#br0" timeOffset="151752.89">30044 7106 255 0,'0'0'0'0,"0"0"0"16,-3 32 0 0,-3 19 0-1,-5 16 0-15,11-67 0 16,0 0 0-16,0 0 0 16,-11 68 0-1,6-27 0-15,12-31 0 16,6-20 0-16,6-5 0 15,6-8 0 1,3 3 0-16,-3 5 0 16,-3 2 0-1,-1 12 0-15,-8 8 0 16,-9 14 0 0,-8 9 0-16,-5 11 0 15,-7 13 0 1,-1 3 0-16,17-57 0 15,0 0 0-15,-5 47 0 16,10-25 0 0</inkml:trace>
  <inkml:trace contextRef="#ctx0" brushRef="#br0" timeOffset="152305.84">30532 7285 255 0,'0'0'0'0,"0"0"0"16,0 0 0 0,0 0 0-16,0 0 0 15,-15 17 0 1,-21 22 0-16,-5 15 0 16,1 4 0-16,40-58 0 15,0 0 0 1,0 0 0-16,-32 43 0 15,24-30 0 1,10-20 0-16,9-7 0 16,3 0 0-1,3-4 0-15,5 10 0 16,4 6 0 0,-3 12 0-16,-4 12 0 15,1 11 0 1,0 17 0-16,-6 2 0 15,1 13 0 1,1 5 0-16,-3-5 0 16,-4-6 0-1,-4-9 0-15,-8-7 0 16,-8-4 0-16,-9-3 0 16,-13-2 0-16,-14-7 0 15,-21-4 0 1,-10-5 0-1,-16-9 0-15,-11-12 0 16,7-6 0 0,13-11 0-16,29-13 0 15,28-11 0-15,28-8 0 16,12 0 0 0</inkml:trace>
  <inkml:trace contextRef="#ctx0" brushRef="#br0" timeOffset="152705.95">31712 6618 255 0,'0'0'0'0,"-23"7"0"0,-20 12 0 0,-8 14 0 0,-9 23 0 0,-17 38 0 16,-3 37 0-16,13 22 0 16,24-5 0-1,26-15 0-15,25-28 0 16,21-33 0-16,14-32 0 16,4-30 0-1,-9-12 0-15</inkml:trace>
  <inkml:trace contextRef="#ctx0" brushRef="#br0" timeOffset="153040.69">32255 7222 255 0,'0'0'0'0,"0"0"0"16,0-19 0-16,0-17 0 15,-2-10 0 1,-7 8 0-16,-11 6 0 16,-12 9 0-1,-10 12 0-15,-5 12 0 16,-2 21 0 0,-3 15 0-16,-4 28 0 15,1 29 0-15,11 24 0 16,29-13 0-1,26-29 0 1,19-26 0-16,12-32 0 16,5-21 0-16,3-11 0 15,15-7 0 1,-6 0 0-16</inkml:trace>
  <inkml:trace contextRef="#ctx0" brushRef="#br0" timeOffset="153636.31">32834 7024 255 0,'0'0'0'0,"0"0"0"0,0 0 0 15,0 0 0-15,0 0 0 0,0 0 0 0,0 0 0 0,0 0 0 16,0 0 0-1,0 0 0-15,0 0 0 16,-17 0 0-16,-24 3 0 16,-8 6 0-1,0 15 0-15,-5 13 0 16,8 10 0 0,16-1 0-16,18-5 0 15,17-7 0 1,13-5 0-16,7-9 0 15,11 0 0 1,9 4 0-16,1-1 0 16,-46-23 0-1,44 23 0-15,-44-23 0 16,26 27 0-16,-23 1 0 16,-19-5 0-1,-16-1 0-15,-20 1 0 16,-17-2 0-1,-16-6 0-15,7-17 0 16,18-24 0 0,22 0 0-16</inkml:trace>
  <inkml:trace contextRef="#ctx0" brushRef="#br0" timeOffset="154237.98">32978 6911 255 0,'0'0'0'0,"7"39"0"0,5 32 0 0,2 25 0 15,-5 18 0 1,-7-2 0-16,-6-14 0 15,4-98 0-15,0 0 0 16,-4 70 0 0,4-70 0-16,-11 29 0 15,1-36 0 1,2-13 0-16,1-11 0 16,3-11 0-1,2-23 0-15,-1-16 0 16,8-15 0-1,10 0 0-15,5 22 0 16,5 20 0 0,4 13 0-16,0 9 0 15,5 14 0 1,-1 6 0-16,-1 12 0 16,-6 7 0-16,-6 7 0 15,-4 9 0 1,-12 7 0-16,-6 9 0 15,-10 10 0 1,-5 1 0-16,-6 11 0 16,-1 2 0-16,7-3 0 15,7-2 0 1,13 1 0 0,6-3 0-16,10-4 0 15,8-2 0-15,4-11 0 16,-2-20 0-1,-1-19 0-15,-10-6 0 16</inkml:trace>
  <inkml:trace contextRef="#ctx0" brushRef="#br0" timeOffset="154574.32">33401 6518 255 0,'58'40'0'0,"-17"10"0"0,-2 21 0 0,-3 35 0 16,-20 24 0-16,-26 15 0 16,-23-1 0-1,-18 4 0-15,-21 2 0 16,-24 4 0-16,-25-3 0 16,30-54 0-1</inkml:trace>
  <inkml:trace contextRef="#ctx0" brushRef="#br0" timeOffset="155932.59">23808 7350 255 0,'0'-14'0'0,"2"3"0"0,7 0 0 0,7-1 0 0,11 6 0 0,7-2 0 0,8-2 0 16,20 0 0-16,19 5 0 15,15 7 0 1,19 10 0-16,-6 5 0 16,3 3 0-1,0-1 0-15,9-9 0 16,4-3 0-1,5-5 0-15,-9 0 0 16,-14 1 0 0,-13-2 0-16,-22 6 0 15,-15 3 0 1,-57-10 0-16,44 13 0 16</inkml:trace>
  <inkml:trace contextRef="#ctx0" brushRef="#br0" timeOffset="182867.5">27697 9172 255 0,'-53'54'0'0,"-13"10"0"0,-32 38 0 0,-21 16 0 0,-15 16 0 0,-9 7 0 0,-6 5 0 0,-4 8 0 16,-13 5 0-16,9 3 0 15,19 3 0-15,16-10 0 16,22-16 0-1,20-33 0-15,24-47 0 16</inkml:trace>
  <inkml:trace contextRef="#ctx0" brushRef="#br0" timeOffset="183117.84">25690 9660 255 0,'0'0'0'16,"33"0"0"-16,14 0 0 15,-7 0 0-15</inkml:trace>
  <inkml:trace contextRef="#ctx0" brushRef="#br0" timeOffset="183286.29">26972 10440 255 0,'0'0'0'0,"20"29"0"16,9 13 0-1,-3 8 0-15,-2 0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8:45:32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28725 15302 255 0,'6'-5'0'0,"-2"1"0"0</inkml:trace>
  <inkml:trace contextRef="#ctx0" brushRef="#br0" timeOffset="3558.49">30066 5253 255 0,'57'0'0'0,"-12"2"0"16,-3 8 0-16,-7 7 0 15,-1 7 0 1,-2 9 0-16,-3 10 0 16,-5 11 0-1,3 13 0-15,0 25 0 16,5 13 0-16,-5 4 0 16,-10 5 0-1,-3-2 0-15,-8 2 0 16,-6 7 0-1,-6 2 0 1,-4 7 0-16,0 7 0 16,-1-2 0-16,-3-5 0 15,5-4 0 1,5-3 0-16,-2-7 0 16,-7 8 0-16,4 14 0 15,3 0 0 1,-2 3 0-16,0 2 0 15,-1 4 0 1,7-4 0-16,4-7 0 16,0-6 0-1,-2 0 0-15,-2 3 0 16,2-2 0 0,-2 1 0-16,0 5 0 15,0 0 0-15,2 1 0 16,0 0 0-1,2-1 0-15,2-1 0 16,0-2 0 0,1 3 0-16,-1-1 0 15,2 3 0 1,0-1 0-16,-2-1 0 16,0-6 0-1,3-4 0-15,6-5 0 16,2-8 0-1,7 7 0-15,0 0 0 16,4 10 0-16,1 5 0 16,-4-2 0-1,-3-6 0-15,1-7 0 16,-1-14 0 0,0-3 0-16,-2-11 0 15,4-1 0 1,-3-8 0-16,0-7 0 15,-5-12 0 1,1-9 0-16,-15-56 0 16,10 52 0-16,-12-2 0 15,2-50 0 1,-17 34 0 0,-10-9 0-16,-8-3 0 15,-15-2 0-15,-11-2 0 16,-12 6 0-1,-10 6 0-15,-2-1 0 16,3-2 0 0,5-14 0-16,17-7 0 15</inkml:trace>
  <inkml:trace contextRef="#ctx0" brushRef="#br0" timeOffset="4910.22">30556 9338 255 0,'-22'15'0'0,"15"-1"0"0,7 4 0 0,10 0 0 0,5-5 0 0,10-1 0 15,6-5 0-15,7-7 0 16,16-10 0-16,6-7 0 0,10-8 0 16,1-9 0-16,6-7 0 15,-6-3 0-15,-5-7 0 16,0-5 0-1,-1-7 0-15,6-13 0 16,-3-9 0-16,0-11 0 16,-2-7 0-1,-6-2 0 1,-13-3 0-16,-11 1 0 16,-4-3 0-1,-8 1 0-15,-11 0 0 16,-7-3 0-16,-14-1 0 15,-5 0 0 1,-7-2 0-16,-6 2 0 16,-3-3 0-1,-8 2 0-15,-3-2 0 16,-5-2 0 0,-5 3 0-16,-3-11 0 15,-1 6 0-15,0 0 0 16,-3 1 0-1,-4 2 0-15,2 5 0 16,-5 5 0 0,-3 2 0-1,-1 10 0-15,-5-1 0 16,-1 6 0-16,-2 1 0 16,-2 3 0-1,-1 3 0-15,-4 2 0 16,3 6 0-1,-5 1 0-15,1-2 0 16,5 2 0-16,-3 2 0 16,-2 1 0-1,-4 4 0 1,6 2 0-16,-2 7 0 16,-5-2 0-16,-5-1 0 15,1 5 0 1,-2 2 0-16,2 6 0 15,5 5 0-15,-3 2 0 16,-8 5 0 0,-1 3 0-1,-4 0 0-15,-7 1 0 16,1 3 0 0,3 3 0-16,-1 2 0 15,1-1 0-15,-3 4 0 16,-6 1 0-1,0 1 0-15,0 2 0 16,-5 3 0 0,-5 5 0-16,-4 2 0 15,6 2 0 1,-5 1 0-16,1 4 0 16,4-4 0-1,3 8 0-15,9-4 0 16,5 0 0-16,-3 4 0 15,-2 2 0 1,-2-2 0-16,22-6 0 16</inkml:trace>
  <inkml:trace contextRef="#ctx0" brushRef="#br0" timeOffset="5989.55">21117 2037 255 0,'-37'-39'0'0,"9"10"0"0,0 8 0 0,6 3 0 0,-5 0 0 0,-2 4 0 0,-4-6 0 16,-11 2 0-1,-7 2 0-15,0 5 0 16,-4 10 0-16,-16 4 0 16,-6 20 0-1,-9 17 0-15,-9 18 0 16,2 17 0-1,6 13 0-15,11 3 0 16,14 9 0 0,11 0 0-1,15 3 0-15,13 2 0 16,14 5 0-16,15-3 0 16,18-3 0-1,16-2 0-15,13-10 0 16,7-14 0-1,17-14 0-15,12-12 0 16,9-16 0 0,2-15 0-16,4-19 0 15,-1-14 0-15,-3-16 0 16,0-13 0 0,-5-18 0-16,0-19 0 15,-10-12 0 1,-9-10 0-16,-12-16 0 15,-12-11 0 1,-14-12 0-16,-13-9 0 16,-10 5 0-16,-19 16 0 15,-19 23 0 1,-18 25 0 0,-21 32 0-16,-20 29 0 15,3 14 0-15</inkml:trace>
  <inkml:trace contextRef="#ctx0" brushRef="#br0" timeOffset="6837.39">21724 2777 255 0,'8'56'0'0,"-4"-9"0"0,-2 1 0 0,-2-6 0 0,3-12 0 0,-3-10 0 16,2-7 0-16,3-7 0 16,13-18 0-1,13-11 0-15,17-17 0 16,10-4 0-16,-58 44 0 16,64-33 0-16,-17 29 0 15,-23 26 0 1,-19 21 0-16,-7 17 0 15,-1 23 0 1,3 13 0-16,11-5 0 16,16-26 0-1,5-39 0-15,-9-18 0 16</inkml:trace>
  <inkml:trace contextRef="#ctx0" brushRef="#br0" timeOffset="7208.69">22815 1565 255 0,'0'0'0'0,"0"0"0"16,0 0 0-1,0 0 0-15,0 0 0 16,0 27 0 0,0 29 0-16,-6 38 0 15,-3 42 0 1,-6 23 0-16,-3-1 0 15,1-15 0 1,-1-5 0-16,5-4 0 16,1-3 0-1,5 0 0-15,5-8 0 16,0-25 0-16,-2-36 0 16</inkml:trace>
  <inkml:trace contextRef="#ctx0" brushRef="#br0" timeOffset="7905.57">23090 2831 255 0,'0'0'0'0,"0"0"0"15,0 0 0 1,0 0 0-16,-2 24 0 16,-8 26 0-1,10 7 0 1,10 1 0-16,9-10 0 0,8-25 0 16,1-21 0-1,-3-17 0-15,1-11 0 16,8-18 0-1,-5-15 0 1,-5-5 0-16,-6 10 0 16,-10 14 0-16,-3 13 0 15,-5 16 0 1,0 11 0-16,-5 14 0 16,-1 14 0-1,4 15 0-15,6 17 0 16,11 9 0-1,9 7 0-15,10 3 0 16,12 4 0-16,5 1 0 16,2-4 0-1,-5 1 0-15,-3-3 0 16,-5-2 0 0,-10-9 0-16,-13-1 0 15,-9-16 0 1,-16-5 0-16,-9-4 0 15,-22-5 0 1,-14-5 0 0,-30 2 0-16,-26-2 0 15,-39-3 0-15,-13-18 0 16,15-15 0 0,21-18 0-16,35-10 0 15,43-10 0 1,30-13 0-16,36-16 0 15,49-29 0-15,43-27 0 16,2 9 0-16</inkml:trace>
  <inkml:trace contextRef="#ctx0" brushRef="#br0" timeOffset="8705.29">25428 2478 255 0,'-27'-46'0'0,"7"12"0"0,7 6 0 0,3 11 0 16,4 6 0-16,4 8 0 0,2 12 0 0,-2 15 0 15,-3 18 0 1,-5 27 0-16,-4 19 0 16,1 11 0-16,5-5 0 15,8-94 0 1,-2 69 0-16,2-69 0 15,14 39 0-15,11-28 0 16,4-22 0 0,4-15 0-1,18-22 0-15,19-24 0 16,16-18 0 0,-9 6 0-16,-77 84 0 15,0 0 0-15,0 0 0 16,52-57 0-1,-33 55 0-15,-17 29 0 16,-10 27 0 0,-5 32 0-16,-3 26 0 15,5 5 0 1,11-32 0-16,0-85 0 16,19 40 0-1,13-36 0-15,3-23 0 16,15-25 0-16,19-26 0 15,29-35 0 1,-1-9 0-16,-12 14 0 16,-27 23 0-1,-21 25 0-15,-37 52 0 16,17-44 0-16</inkml:trace>
  <inkml:trace contextRef="#ctx0" brushRef="#br0" timeOffset="9171.11">26860 2533 255 0,'-56'0'0'0,"-4"11"0"0,-10 19 0 0,-5 28 0 0,2 18 0 0,29 4 0 0,24 6 0 0,22-9 0 15,18-10 0 1,18-24 0-1,18-21 0-15,17-29 0 16,22-26 0-16,1-25 0 16,-11-15 0-1,-25-12 0-15,-31 2 0 16,-27 3 0-16,-21 12 0 16,-12 18 0-1,-14 20 0-15,-12 23 0 16,2 24 0-1,10 19 0-15,16 3 0 16,12-10 0-16</inkml:trace>
  <inkml:trace contextRef="#ctx0" brushRef="#br0" timeOffset="9837.58">27502 2288 255 0,'0'0'0'0,"0"0"0"0,0 0 0 0,0 0 0 16,0 0 0-16,0 22 0 0,0 25 0 0,0 21 0 0,5 20 0 0,-1 29 0 15,0-6 0 1,-1-19 0-16,-6-29 0 16,3-63 0-1,0 0 0-15,-10 35 0 16,-6-27 0 0,5-17 0-16,11-19 0 15,14-12 0-15,15-12 0 16,21-5 0-1,29-3 0-15,13 15 0 16,-4 20 0-16,-13 23 0 16,-12 14 0-1,-14 10 0 1,-11-10 0-16,-11-5 0 16</inkml:trace>
  <inkml:trace contextRef="#ctx0" brushRef="#br0" timeOffset="10553.68">28756 1540 255 0,'0'0'0'15,"0"0"0"-15,0 0 0 0,0 0 0 0,0 0 0 0,0 19 0 0,0 23 0 0,-5 21 0 31,0 25 0-31,3 30 0 16,0 32 0-16,0 14 0 16,-3-9 0-16,-8-16 0 15,4-16 0 1,-4-23 0-16,-5-16 0 16,3-19 0-16,15-65 0 15,0 0 0 1,0 0 0-16,-13 48 0 15,4-24 0-15,5-21 0 16,2-16 0 0,8-19 0-16,5-13 0 15,17-20 0 1,13-10 0-16,13-12 0 16,17 4 0-16,2 18 0 15,-4 23 0 1,-6 19 0-1,-16 14 0-15,-11 14 0 16,-16 4 0 0,-16 5 0-16,-12 9 0 15,-17 6 0 1,-22 17 0-16,-20 9 0 16,-18 16 0-16,-5 11 0 15,27-11 0 1,30-13 0-16,24-11 0 15,22-9 0 1,18-5 0-16,21-5 0 16,25-15 0-16,-4-15 0 15</inkml:trace>
  <inkml:trace contextRef="#ctx0" brushRef="#br0" timeOffset="10908.27">29941 2460 255 0,'-67'4'0'0,"17"6"0"0,2 14 0 0,3 22 0 0,15 6 0 0,38 4 0 15,30-5 0 1,27-1 0 0,17-2 0-16,17 6 0 15,-14-9 0-15,-85-45 0 16,59 48 0-16,-38-6 0 16,-32-14 0-1,-26-9 0-15,-38 5 0 16,-64 8 0-1,-80 8 0-15,-60-9 0 16,82-14 0 0</inkml:trace>
  <inkml:trace contextRef="#ctx0" brushRef="#br0" timeOffset="12253.1">15908 3982 255 0,'15'74'0'0,"3"4"0"0,4 40 0 0,11 30 0 0,6 2 0 0,-11-39 0 0,-9-41 0 0,-19-70 0 0,25 40 0 16,-5-30 0-16,-3-24 0 0,1-13 0 0,5-20 0 0,10-19 0 0,17-35 0 0,16-25 0 15,0 1 0-15,-9 17 0 16,-16 28 0 0,-7 22 0-16,-34 58 0 15,31-29 0-15,-7 23 0 16,-8 16 0 0,-5 23 0-16,-1 22 0 15,-6 45 0 1,-2 43 0-16,3 14 0 15,3-43 0 1,10-41 0-16,-18-73 0 16,21 46 0-1,-21-46 0-15,17 28 0 16,-17-28 0 0,18 17 0-16,2-20 0 15,6-19 0-15,6-34 0 16,2-29 0-1</inkml:trace>
  <inkml:trace contextRef="#ctx0" brushRef="#br0" timeOffset="12785.8">17350 3341 255 0,'10'91'0'0,"-8"-3"0"16,0 34 0-16,0 35 0 0,-4 2 0 0,-4-33 0 0,-2-29 0 15,0-23 0 1,8-74 0-16,-2 66 0 16,2-66 0-16,0 0 0 15,0 0 0 1,16 35 0-16,21-37 0 16,7-25 0-1,9-18 0 1,9-10 0-16,-2 1 0 15,-5 6 0-15,-13 25 0 16,-11 15 0-16,-9 20 0 16,-9 13 0-1,-6 17 0-15,-9 25 0 16,-7 18 0 0,-2 13 0-16,-1 0 0 15,6-13 0 1,2-12 0-16,1-7 0 15,3-66 0 1,5 54 0-16</inkml:trace>
  <inkml:trace contextRef="#ctx0" brushRef="#br0" timeOffset="13151.8">18151 4519 255 0,'0'0'0'0,"0"0"0"15,0 0 0-15,24-8 0 0,25-16 0 0,1-13 0 16,2-13 0-16,-9-1 0 15,-19 4 0-15,-19 11 0 16,-16 12 0 0,-11 14 0-16,-7 15 0 15,-8 19 0 1,-7 24 0-16,1 24 0 16,9 26 0-16,29 11 0 15,33-17 0 1,22-32 0-16,14-43 0 15,3-43 0-15,-9-12 0 16</inkml:trace>
  <inkml:trace contextRef="#ctx0" brushRef="#br0" timeOffset="13472.98">18820 4288 255 0,'0'0'0'15,"0"0"0"-15,-4 29 0 16,-7 23 0 0,-7 21 0-16,-4 26 0 15,22-99 0 1,-13 96 0-16,8-30 0 16,16-46 0-16,12-29 0 15,8-13 0 1,6-15 0-16,7-1 0 15,9 3 0 1,-2 10 0-16,-11 20 0 16,-13 26 0-1,-10 17 0-15,-6 12 0 16,0 12 0 0,9-3 0-16,-2-9 0 15</inkml:trace>
  <inkml:trace contextRef="#ctx0" brushRef="#br0" timeOffset="14101.76">20525 3696 255 0,'0'0'0'16,"0"0"0"-16,0 0 0 0,12 22 0 0,9 33 0 0,-4 45 0 0,-6 56 0 0,-2 32 0 15,-2-20 0-15,-7-47 0 16,-5-45 0-16,5-76 0 16,0 0 0-1,-11 35 0-15,-9-35 0 16,-2-20 0-16,3-10 0 31,-6-20 0-31,-5-6 0 16,30 56 0-16,0 0 0 15,0 0 0 1,-29-51 0-16,13 25 0 16,13 23 0-16,8 14 0 15,6 10 0 1,5 7 0-16,8 0 0 15,8 6 0 1,8-8 0-16,9-12 0 16,5-14 0-1,16-14 0 1,5-25 0-16,4-19 0 16,-12-22 0-16,-27 12 0 15</inkml:trace>
  <inkml:trace contextRef="#ctx0" brushRef="#br0" timeOffset="14634.82">21107 3622 255 0,'0'0'0'0,"0"0"0"16,0 0 0-16,0 0 0 16,0 0 0-16,-2 31 0 15,-9 37 0 1,-5 43 0-1,-15 53 0-15,1 2 0 16,13-35 0-16,1-38 0 16,16-93 0-1,-7 66 0-15,7-66 0 16,0 0 0 0,12 40 0-16,14-30 0 15,4-17 0 1,1-4 0-16,-31 11 0 15,38-15 0-15,9 12 0 16,-10 16 0 0,-9 19 0-1,-10 24 0 1,-5 19 0-16,3 14 0 0,-1-7 0 16,-15-82 0-1,25 39 0-15,8-36 0 16,-2-28 0-1,4-20 0-15,5-29 0 16,0-20 0-16,-40 94 0 16,0 0 0-1,27-78 0-15,-27 60 0 16,-12 45 0 0,6 24 0-16,2 19 0 15,14 6 0 1,21-8 0-16,2-26 0 15</inkml:trace>
  <inkml:trace contextRef="#ctx0" brushRef="#br0" timeOffset="15034.02">22861 4381 255 0,'0'82'0'0,"0"22"0"0,0 63 0 0,0 49 0 16,0-23 0-16,0-193 0 0,-4 98 0 0,0-66 0 0</inkml:trace>
  <inkml:trace contextRef="#ctx0" brushRef="#br0" timeOffset="15386.6">22412 4597 255 0,'0'0'0'16,"0"0"0"-16,15-22 0 16,17-21 0-1,22-7 0 1,28-7 0-16,26 5 0 16,9 14 0-1,-4 24 0-15,-8 14 0 16,-18 19 0-16,-13 5 0 15,-16 8 0 1,-15-1 0-16,-19 3 0 16,-14 3 0-16,-22 6 0 15,-17 1 0 1,-17 0 0-16,-23 2 0 16,-13-7 0-1,2-17 0-15,17-22 0 16,25-20 0-1,16-4 0-15</inkml:trace>
  <inkml:trace contextRef="#ctx0" brushRef="#br0" timeOffset="15851.95">23775 4436 255 0,'0'0'0'16,"0"0"0"-1,0 0 0-15,0 0 0 16,-9-9 0 0,-18-8 0-16,-6 7 0 15,-9 13 0 1,-6 11 0-1,1 10 0-15,7 12 0 16,3 19 0-16,13 17 0 16,13 3 0-16,7-11 0 15,4-64 0 1,19 36 0-16,14-30 0 16,2-24 0-1,5-13 0-15,2-3 0 16,-2-9 0-1,-6 8 0-15,-9 17 0 16,-7 16 0 0,-5 11 0-16,-1 19 0 15,-6 10 0-15,1 17 0 16,1 3 0 0,6-15 0-16,-1-23 0 15</inkml:trace>
  <inkml:trace contextRef="#ctx0" brushRef="#br0" timeOffset="16831.8">24247 4477 255 0,'0'0'0'0,"0"0"0"0,0 0 0 0,0 0 0 15,-11 18 0-15,-19 16 0 16,-5 10 0 15,-8 10 0-31,1 1 0 16,6 3 0-16,4-4 0 0,8-2 0 16,24-52 0-1,-16 45 0-15,16-45 0 16,3 22 0-16,14-22 0 15,5-21 0 1,8-12 0 0,10-21 0-16,5-11 0 15,-3-6 0-15,-7 11 0 16,-9 24 0 0,-10 15 0-16,-5 12 0 15,-2 14 0 1,-5 10 0-16,0 17 0 15,4 15 0 1,2 18 0-16,6 15 0 16,10 17 0-1,11 9 0-15,1-3 0 16,-2 6 0-16,-5-5 0 16,-6 6 0-1,-19 1 0-15,-12 1 0 16,-21-4 0-1,-25-14 0-15,-15-19 0 16,-18-6 0-16,-22-5 0 16,-5-24 0-1,5-18 0 1,3-17 0-16,22-17 0 16,12-3 0-16,23-8 0 15,12-2 0 1,10-12 0-16,16-13 0 15,16-12 0 1,20-21 0-16,15-17 0 16,27-21 0-1,18 5 0-15,5 15 0 16,0 21 0 0,2 10 0-1,6-2 0-15,10 2 0 16,1-10 0-16,-11-2 0 15,-6-3 0-15,-9-2 0 16,-21 6 0 0,-19 14 0-1,-20 9 0-15,-16 17 0 16,-16 12 0 0,-8 19 0-16,-12 12 0 15,-11 16 0-15,-20 22 0 16,-7 27 0-16,-8 36 0 15,18 4 0 1,31-29 0-16,26-27 0 16,17-26 0-1,10-18 0-15,12-16 0 16,6-5 0 0</inkml:trace>
  <inkml:trace contextRef="#ctx0" brushRef="#br0" timeOffset="17151.29">25229 4484 255 0,'-71'22'0'0,"5"18"0"0,-2 20 0 0,12 8 0 0,38-17 0 0,34-23 0 16,17-17 0 0,11-8 0-16,10-7 0 15,11-6 0 1,-3 5 0-16,-12 0 0 16,-23 7 0-1,-20 12 0-15,-21 8 0 16,-22 18 0-1,-40 26 0-15,-43 23 0 16,6-13 0-16</inkml:trace>
  <inkml:trace contextRef="#ctx0" brushRef="#br0" timeOffset="18382.72">26558 4484 255 0,'0'0'0'0,"0"0"0"0,0 0 0 0,0 0 0 0,2 26 0 0,0 31 0 0,-6 20 0 0,-5 10 0 0,9-87 0 0,0 0 0 0,0 0 0 0,-2 59 0 16,13-46 0-16,14-29 0 16,10-10 0-1,12-10 0 1,12-7 0-16,4 2 0 16,-63 41 0-16,50-27 0 15,-21 30 0 1,-21 16 0-16,-14 12 0 15,-7 5 0 1,-7 10 0-16,20-46 0 16,0 0 0-1,0 0 0-15,-11 38 0 16,20-22 0 0,11-20 0-16,11-16 0 15,10-14 0 1,-2 3 0-16,-39 31 0 15,35-21 0-15,-11 20 0 16,-17 14 0 0,-9 20 0-16,-10 16 0 15,-1 14 0 1,5 7 0-16,8-70 0 16,6 53 0-1,16-28 0-15,5-24 0 16,7-10 0-16,9-5 0 15,15-9 0 1,7-8 0-16,6-9 0 16,-7-6 0-1,-9 9 0-15,-17 1 0 16,-38 36 0 0,24-33 0-16,-24 33 0 15,0 0 0 1,5-32 0-16,-16 16 0 15,-7 14 0 1,-9 11 0-16,-10 11 0 16,-2 14 0-1,-3 10 0-15,-1 10 0 16,43-54 0 0,-31 53 0-16,18-12 0 15,17-26 0-15,11-15 0 16,8-10 0-1,1-5 0-15,-24 15 0 16,29-14 0 0,0 6 0-16,-2 16 0 15,-4 7 0 1,-3 18 0-16,-5 21 0 16,-1 21 0-16,4 11 0 15,0-25 0 1,2-48 0-16,-5-18 0 15</inkml:trace>
  <inkml:trace contextRef="#ctx0" brushRef="#br0" timeOffset="18948.22">28064 4124 255 0,'-15'95'0'0,"-12"13"0"0,-7 49 0 0,1 8 0 16,12-22 0-16,10-36 0 0,7-28 0 0,-2-25 0 0,2-12 0 0,4-42 0 0,0 0 0 0,0 0 0 15,-4 33 0-15,4-33 0 16,-2 18 0 0,4-18 0-16,-2-14 0 15,2-12 0 1,-2-10 0-16,-4-11 0 15,-1 0 0 1,-3 6 0-16,-6 7 0 16,14 34 0-1,-23-25 0-15,2 13 0 16,-4 10 0-16,0 11 0 16,4 5 0-1,10 8 0-15,9-1 0 16,13 1 0-1,17-8 0 1,15-2 0-16,19-3 0 16,12 0 0-1,4 4 0-15,-78-13 0 16,73 12 0-16</inkml:trace>
  <inkml:trace contextRef="#ctx0" brushRef="#br0" timeOffset="19299.61">28800 4874 255 0,'0'0'0'0,"0"0"0"0,0 0 0 0,0 0 0 0,-13-11 0 16,-20-6 0-16,-17 9 0 0,2 13 0 0,2 15 0 16,-1 16 0-16,3 22 0 15,3 19 0-15,14 3 0 16,18-12 0-1,20-20 0-15,16-23 0 16,14-23 0-16,8-22 0 16,-3-8 0-1</inkml:trace>
  <inkml:trace contextRef="#ctx0" brushRef="#br0" timeOffset="19913.91">29111 4181 255 0,'0'0'0'15,"0"0"0"-15,0 0 0 16,0 0 0 0,4 23 0-16,8 25 0 15,-3 13 0-15,-3 22 0 16,-6 23 0 0,-9 9 0-16,-4-5 0 15,-5-10 0 1,2-22 0-16,-1-12 0 15,-3-23 0 1,20-43 0-16,0 0 0 16,0 0 0-1,-13 32 0-15,13-32 0 16,-2 13 0 0,6-13 0-16,4-13 0 15,9-4 0-15,-2-8 0 16,7-1 0-1,5-4 0-15,-27 30 0 16,29-34 0 0,-29 34 0-16,27-22 0 15,-11 17 0 1,-2 17 0-16,-8 14 0 16,-4 8 0-1,-4 20 0-15,-4 12 0 16,-2 0 0-16,2-2 0 15,2 0 0 1,4-64 0 0,-8 56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8:49:52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16160 14563 255 0,'71'0'0'0,"-1"-2"0"0,19-7 0 16,26-20 0-16,2-8 0 0,-11-2 0 0,-7 6 0 0,-15 10 0 0,7 10 0 0,-7 6 0 15,-27 1 0-15</inkml:trace>
  <inkml:trace contextRef="#ctx0" brushRef="#br0" timeOffset="968.04">17994 13429 255 0,'0'0'0'0,"0"0"0"0,0 0 0 0,0 0 0 0,0 0 0 0,0 0 0 16,0 0 0-16,0 25 0 0,0 27 0 15,4 21 0-15,2 28 0 16,-2 21 0-16,-6 6 0 16,-2 0 0-1,0-23 0 1,-2-23 0-16,0-16 0 16,1-19 0-1,5-47 0-15,0 0 0 16,0 0 0-16,2 23 0 15,9-31 0 1,3-14 0-16,2-18 0 16,7-23 0-1,6-10 0-15,8-8 0 16,-4 8 0-16,3 21 0 16,-36 52 0-1,34-29 0-15,-7 26 0 31,-13 21 0-31,-10 21 0 16,-4 30 0-16,-4 27 0 16,-8 42 0-1,-5 5 0-15,5-33 0 16,6-52 0-16</inkml:trace>
  <inkml:trace contextRef="#ctx0" brushRef="#br0" timeOffset="1500.78">18651 14139 255 0,'0'0'0'0,"0"0"0"0,0 0 0 0,-8 17 0 0,-9 22 0 0,3 11 0 16,6 6 0-16,3 9 0 0,7 0 0 0,11-10 0 0,6-11 0 16,3-11 0-16,7-8 0 15,4-12 0-15,4-13 0 16,-2-9 0 0,-4-11 0-16,-4-11 0 15,-4-12 0 1,-10-8 0-1,-9-12 0-15,-4-8 0 16,-13-8 0-16,-16 6 0 16,-6 15 0-1,-1 28 0-15,-5 20 0 16,1 20 0 0,-4 22 0-16,-6 15 0 15,15-4 0-15</inkml:trace>
  <inkml:trace contextRef="#ctx0" brushRef="#br0" timeOffset="1963.91">19214 13372 255 0,'0'0'0'16,"0"0"0"-16,0 0 0 0,0 0 0 0,0 23 0 0,-6 25 0 0,-6 21 0 15,-1 21 0-15,-7 31 0 0,2 8 0 16,7 1 0 0,15-22 0-16,10-23 0 15,8-20 0-15,7-17 0 16,9-3 0-1,7-12 0-15,7-13 0 16,1-11 0 0,-3-13 0-16,-50 4 0 15,31-20 0 1</inkml:trace>
  <inkml:trace contextRef="#ctx0" brushRef="#br0" timeOffset="2280.66">18968 14021 255 0,'0'0'0'0,"0"0"0"16,0 0 0-16,21 0 0 16,21 0 0-1,14 0 0-15,11 0 0 16,-7-6 0-1</inkml:trace>
  <inkml:trace contextRef="#ctx0" brushRef="#br0" timeOffset="3180.47">20148 13868 255 0,'0'0'0'16,"0"0"0"0,0 0 0-16,0 0 0 15,-19 18 0-15,-21 25 0 16,-13 26 0-1,-1 31 0-15,8 21 0 16,21-4 0-16,13-33 0 16,18-28 0-1,-6-56 0 1,18 25 0 0,5-25 0-16,2-15 0 0,-1-12 0 15,7-25 0 1,8-22 0-16,7-29 0 15,2-27 0 1,-8-4 0-16,-4 9 0 16,-7 7 0-16,-5 13 0 15,-7 5 0 1,-7 18 0 0,-10 82 0-16,2-64 0 15,-2 64 0 1,0 0 0-16,-4-27 0 15,-8 38 0 1,-3 20 0-16,3 16 0 16,2 25 0-16,-3 27 0 15,5 16 0 1,13 6 0-16,8-11 0 16,8-21 0-1,2-18 0-15,7-12 0 16,-1-20 0-16,5-8 0 15,-34-31 0 1,40 12 0 0,2-12 0-16,1-12 0 15,-4-16 0 1,-8-9 0-16,-2-10 0 16,-8-13 0-16,-2-3 0 15,-5 0 0 1,-9 7 0-16,-10 9 0 15,5 47 0 1,-19-31 0-16,-5 21 0 16,-1 25 0-16,6 13 0 15,0 21 0 1,-1 34 0-16,1 38 0 16,5 26 0-1,18-10 0-15,14-44 0 16,7-41 0-1,2-30 0-15,-10-22 0 16,-1-4 0-16</inkml:trace>
  <inkml:trace contextRef="#ctx0" brushRef="#br0" timeOffset="3375.1">20946 13946 255 0,'14'101'0'0,"3"-12"0"15,8 45 0-15,-7 36 0 0,-9-22 0 0</inkml:trace>
  <inkml:trace contextRef="#ctx0" brushRef="#br0" timeOffset="3823.23">20783 13994 255 0,'0'0'0'0,"0"0"0"15,6-21 0-15,10-12 0 16,22-10 0 0,17-4 0-16,9 10 0 15,6 7 0 1,7 15 0-1,-3 15 0-15,-8 8 0 0,-13 11 0 16,-7 5 0 0,-12 5 0-1,-15 3 0-15,-17 11 0 16,-13 5 0-16,-14 2 0 16,-20 5 0-1,-8-3 0-15,-16-4 0 16,3-9 0-1,10-17 0-15,12-22 0 16,14-16 0 0,15-15 0-16,3 2 0 15</inkml:trace>
  <inkml:trace contextRef="#ctx0" brushRef="#br0" timeOffset="4081.4">21445 12835 255 0,'0'0'0'0,"0"0"0"16,7 31 0-16,2 28 0 15,0 37 0 1,-5 51 0-16,0 37 0 15,-2 5 0 1,-2-12 0-16,0-16 0 16,0-19 0-16,0-56 0 15</inkml:trace>
  <inkml:trace contextRef="#ctx0" brushRef="#br0" timeOffset="4528.89">21931 13940 255 0,'0'0'0'0,"0"0"0"15,0 0 0 1,-9 22 0-16,-14 29 0 15,-6 39 0 1,2 44 0-16,16 11 0 16,16-24 0-1,13-47 0-15,15-35 0 16,1-22 0-16,0-17 0 16,-1-11 0-1,2-13 0 1,5-15 0-16,6-17 0 15,-6-25 0 1,-13-12 0-16,-19 4 0 16,-16 1 0-1,-15 16 0-15,-12 13 0 16,-6 22 0-16,-4 22 0 16,-1 12 0-16,8 14 0 15,4 8 0 1,5 3 0-16,7-2 0 15</inkml:trace>
  <inkml:trace contextRef="#ctx0" brushRef="#br0" timeOffset="5297.16">22379 13846 255 0,'0'0'0'0,"0"0"0"0,0 0 0 0,-3 25 0 16,-6 27 0-16,4 36 0 0,8 21 0 0,8 5 0 0,7-23 0 16,8-35 0-1,9-26 0-15,-2-16 0 16,0-19 0 0,-4-12 0-16,0-13 0 15,7-18 0 1,3-23 0-16,-1-13 0 15,-1-6 0-15,-37 90 0 16,27-69 0 0,-27 69 0-1,0 0 0-15,15-29 0 16,-9 38 0 0,-4 21 0-16,0 10 0 15,7 19 0-15,12 22 0 16,8 25 0-1,13 14 0-15,7 1 0 16,0-15 0-16,-3-18 0 16,-2-8 0-1,-5 2 0 1,-5-9 0-16,-11-9 0 16,-9-8 0-1,-12 5 0-15,-16-1 0 16,-18-2 0-1,-16-3 0-15,-22-4 0 16,-13-9 0-16,-10-4 0 16,-1-7 0-1,2-6 0-15,9-5 0 16,14-7 0-16,18-10 0 16,10-12 0-1,14-14 0 1,15-23 0-16,18-19 0 15,9-13 0-15,1 4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9:05:30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19839 5472 255 0,'-25'-4'0'0,"16"1"0"0,7-2 0 0,2-1 0 0,2 1 0 0,5-7 0 0,2-5 0 16,2-5 0-16,2-5 0 0,3-7 0 0,9-10 0 16,0-3 0-16,-2-7 0 15,9-15 0 1,9-14 0-16,7-7 0 16,2 4 0-16,-5 9 0 15,4 4 0 1,0 3 0-16,-4 8 0 15,-3 6 0 1,-6 9 0 0,-36 47 0-16,36-40 0 15,-36 40 0-15,0 0 0 16,31-34 0 0,-11 6 0-16</inkml:trace>
  <inkml:trace contextRef="#ctx0" brushRef="#br0" timeOffset="928.74">20506 3853 255 0,'0'0'0'15,"0"0"0"-15,0 0 0 0,-10-7 0 0,-10-12 0 0,4 6 0 0,3 4 0 0,7 0 0 16,6 5 0-16,2 4 0 16,2 8 0-16,3 11 0 15,-3 5 0 1,0 10 0-16,1 6 0 15,0 15 0-15,-5 7 0 16,0 0 0 0,4-4 0-16,0-6 0 15,-4-52 0 1,5 42 0 0,-5-42 0-16,0 0 0 15,0 0 0-15,2 30 0 16,-2-29 0-1,0-11 0-15,2-15 0 16,2-10 0-16,7-12 0 16,0-1 0-1,3-2 0 1,5 4 0-16,6 5 0 16,6 7 0-16,6 7 0 15,5 6 0 1,-2 8 0-16,-5 6 0 15,-8 1 0 1</inkml:trace>
  <inkml:trace contextRef="#ctx0" brushRef="#br0" timeOffset="1449.47">21101 3893 255 0,'0'0'0'0,"0"0"0"0,0 0 0 0,-11 13 0 0,-10 12 0 15,4 6 0-15,-1 11 0 0,4 6 0 0,4 2 0 0,8-2 0 0,7 1 0 0,4-6 0 16,7-6 0-16,7-7 0 16,4-14 0-1,-3-10 0-15,2-10 0 16,1-7 0-1,0-9 0-15,-2-5 0 16,-4-9 0 0,-2-8 0-1,-5-1 0-15,-10 2 0 0,-6 1 0 16,-4 6 0 0,-8 9 0-1,-1 12 0-15,-6 8 0 16,0 7 0-16,4 8 0 15,1 2 0 1,3-1 0-16</inkml:trace>
  <inkml:trace contextRef="#ctx0" brushRef="#br0" timeOffset="1946.38">21566 3972 255 0,'0'0'0'0,"0"0"0"0,0 0 0 0,0 0 0 0,0 0 0 15,0 0 0-15,-7 18 0 16,-11 15 0 0,-2 15 0-1,8 2 0-15,8 2 0 16,4-2 0-16,8-9 0 16,7-5 0-1,-15-36 0-15,24 27 0 16,8-14 0-16,-3-13 0 15,0-9 0 1,-2-13 0-16,-3-9 0 16,-2-20 0-1,-3-13 0-15,-8-3 0 16,-13 8 0 0,-9 9 0-16,-10 19 0 15,-6 13 0 1,5 11 0-16,5 7 0 15,5 9 0 1,5 1 0-16,1 0 0 16</inkml:trace>
  <inkml:trace contextRef="#ctx0" brushRef="#br0" timeOffset="2353.76">22280 3275 255 0,'0'0'0'0,"0"0"0"0,0 0 0 0,0 21 0 0,-2 24 0 0,-10 20 0 0,-8 20 0 0,-14 20 0 15,-10 22 0-15,1-9 0 16,9-24 0-16,17-26 0 31,10-19 0-31,7-14 0 16,0-35 0-16,15 30 0 15,13-8 0-15,3-9 0 16,5-6 0 0,11 1 0-16,-1-8 0 15,-46 0 0 1,39 6 0-16</inkml:trace>
  <inkml:trace contextRef="#ctx0" brushRef="#br0" timeOffset="2638.26">21956 3866 255 0,'0'0'0'15,"33"-4"0"-15,25-5 0 16,28 2 0-16,24 2 0 16,5 7 0-1,-34 19 0-15</inkml:trace>
  <inkml:trace contextRef="#ctx0" brushRef="#br0" timeOffset="25954.37">26017 13619 255 0,'49'17'0'16,"-20"-6"0"-16,2 1 0 0,2 4 0 0,7 1 0 0,-1-2 0 0,-39-15 0 0,48 16 0 0,2 0 0 0,-50-16 0 15,63 11 0 1,11-5 0-16,-2-6 0 0,-5-6 0 16,-14-8 0-1,2-4 0-15,0-8 0 16,3-13 0 0,3-9 0-16,11-23 0 15,9-15 0 1,10-10 0-16,6-21 0 15,-5 0 0-15,-9 8 0 16,-13 8 0 0,-23 28 0-16</inkml:trace>
  <inkml:trace contextRef="#ctx0" brushRef="#br0" timeOffset="27435.56">26970 11614 255 0,'0'0'0'0,"0"0"0"0,0 0 0 0,0 0 0 0,0 0 0 16,0 0 0-16,0 0 0 0,0 0 0 0,0 0 0 15,0 0 0 1,0 0 0-16,0 0 0 16,0 0 0-1,0 0 0-15,0 27 0 16,0 26 0-16,0 33 0 15,-2 12 0 1,-8 3 0 0,2-19 0-16,1-23 0 15,7-59 0-15,0 0 0 16,0 0 0 0,-2 23 0-16,9-31 0 15,9-12 0-15,1-4 0 16,5-8 0-1,3-1 0-15,-1 1 0 16,4 12 0 0,-28 20 0-16,16-8 0 15,-6 18 0 1,-7 11 0-16,-6 10 0 16,1 9 0-1,-2 14 0-15,4 2 0 16,0-56 0-1,0 0 0-15,6 55 0 16</inkml:trace>
  <inkml:trace contextRef="#ctx0" brushRef="#br0" timeOffset="28102.74">27482 11464 255 0,'0'0'0'0,"0"0"0"0,0 0 0 0,0 0 0 0,0 28 0 0,0 24 0 16,0 25 0-1,0 12 0 1,0 5 0-16,-2-16 0 16,-5-13 0-16,5-15 0 15,2-50 0 1,-2 44 0-16,2-44 0 15,0 0 0 1,0 0 0-16,-2 31 0 16,2-31 0-1,-4 11 0-15,-4-15 0 16,4-7 0 0,-5-4 0-16,-2-6 0 15,11 21 0-15,-13-25 0 16,13 25 0-1,-14-24 0 1,14 24 0-16,0 0 0 16,0 0 0-16,-9-21 0 15,9 21 0-15,-3-8 0 16,8 5 0 0,-5 3 0-16,11 0 0 15,-11 0 0 1,21 6 0-16,-21-6 0 15,26 2 0 1,6 0 0-16,-32-2 0 16,38-2 0-1,4-10 0-15,-8-1 0 16</inkml:trace>
  <inkml:trace contextRef="#ctx0" brushRef="#br0" timeOffset="28400.92">27888 11290 255 0,'0'0'0'0,"0"0"0"0,0 0 0 0,0 0 0 0,-4 21 0 0,-4 20 0 16,-1 18 0-1,1 12 0 1,-2 21 0-16,4 4 0 16,3-9 0-16,1-14 0 15,0-5 0-15,2-12 0 16,0-56 0 0,0 0 0-16,0 0 0 15,-2 45 0 1</inkml:trace>
  <inkml:trace contextRef="#ctx0" brushRef="#br0" timeOffset="28634.68">27750 11833 255 0,'0'0'0'15,"0"0"0"-15,0 0 0 16,0 0 0 0,0 0 0-16,24 0 0 15,18 0 0 1,9-3 0-16,-2-5 0 16,-8-7 0-1,-7-4 0-15</inkml:trace>
  <inkml:trace contextRef="#ctx0" brushRef="#br0" timeOffset="28881.95">28270 11755 255 0,'0'0'0'0,"0"25"0"16,0 17 0-16,0 8 0 15,0 3 0 1,0 12 0-16,0 4 0 16,0-69 0-1,4 63 0-15,-4-63 0 16,0 0 0-16,0 0 0 16,4 42 0-1</inkml:trace>
  <inkml:trace contextRef="#ctx0" brushRef="#br0" timeOffset="29302.86">28162 11603 255 0,'0'0'0'16,"0"0"0"0,0 0 0-16,12-11 0 15,11-10 0-15,2 4 0 16,7 4 0 0,2 4 0-16,2 3 0 15,6 9 0 1,-4 6 0-16,-3 7 0 15,-10 1 0-15,-11 6 0 16,-7 4 0 0,-9 5 0-1,-11 1 0-15,-4 3 0 16,-10 4 0-16,-4-5 0 16,0-3 0-1,0-12 0-15,1-14 0 16,10-8 0-1,4-7 0-15</inkml:trace>
  <inkml:trace contextRef="#ctx0" brushRef="#br0" timeOffset="29636.07">28779 11305 255 0,'0'0'0'0,"0"0"0"16,0 0 0-16,-13 19 0 0,-11 16 0 0,-5 15 0 15,5 12 0 1,6 3 0 0,16-11 0-16,10-12 0 0,8-15 0 15,4-16 0 1,0-11 0-16,5-13 0 16,6-8 0-16,0-5 0 15</inkml:trace>
  <inkml:trace contextRef="#ctx0" brushRef="#br0" timeOffset="29996.95">29058 11368 255 0,'0'0'0'15,"0"0"0"-15,0 0 0 16,0 0 0 0,-16 16 0-16,-14 14 0 15,1 5 0 1,7-4 0-16,7-10 0 15,8-4 0-15,7-6 0 16,7-2 0 0,3-3 0-16,9-1 0 15,-2 1 0 1,3 1 0-16,-3 5 0 16,-8 4 0-1,-7 5 0-15,-11 9 0 16,-10 5 0-16,-12 13 0 15,-11-1 0 1,-3-4 0-16,8-17 0 16,7-19 0-1,9-14 0-15,13-9 0 16,-1-1 0 0</inkml:trace>
  <inkml:trace contextRef="#ctx0" brushRef="#br0" timeOffset="30252">29301 11093 255 0,'0'0'0'0,"0"0"0"0,20 15 0 0,11 11 0 0,1 16 0 16,-13 8 0-16,-13 20 0 16,-17 14 0-1,-15 12 0-15,-14 11 0 16,-4-8 0-16,-3-10 0 16,16-34 0-16</inkml:trace>
  <inkml:trace contextRef="#ctx0" brushRef="#br0" timeOffset="30581.47">29626 11180 255 0,'0'0'0'0,"0"0"0"15,0 0 0 1,0 0 0 0,0 0 0-16</inkml:trace>
  <inkml:trace contextRef="#ctx0" brushRef="#br0" timeOffset="30732.12">29595 11675 255 0,'0'0'0'0,"0"0"0"16,0 0 0-16,0 0 0 15,0 0 0 1</inkml:trace>
  <inkml:trace contextRef="#ctx0" brushRef="#br0" timeOffset="31049.03">30382 10738 255 0,'0'0'0'0,"0"0"0"15,0 0 0 1,0 0 0-16,-16 15 0 16,-17 21 0-1,-12 25 0-15,-20 31 0 16,-19 35 0 0,-8 15 0-16,13-4 0 15,17-11 0-15,7-20 0 16,11-26 0-1,13-33 0-15</inkml:trace>
  <inkml:trace contextRef="#ctx0" brushRef="#br0" timeOffset="31399.67">30756 10646 255 0,'0'0'0'0,"0"0"0"16,0 0 0 0,-16 21 0-1,-26 25 0-15,-23 39 0 16,-25 45 0-16,-15 35 0 16,13 0 0-1,15-20 0-15,20-56 0 16</inkml:trace>
  <inkml:trace contextRef="#ctx0" brushRef="#br0" timeOffset="31778.41">30665 11480 255 0,'0'0'0'0,"0"0"0"0,0 0 0 0,15-9 0 0,9-7 0 0</inkml:trace>
  <inkml:trace contextRef="#ctx0" brushRef="#br0" timeOffset="32136.88">30984 11384 255 0,'0'0'0'0,"0"0"0"15,0 0 0 1,0 0 0-16,0 0 0 15,0 0 0-15,0 0 0 16,16 0 0 0,10-6 0-1,-3-1 0-15,-5 3 0 16,-3-2 0-16,-1 4 0 16,-1 0 0-1,1-3 0-15,-1 1 0 16,1-2 0-16,-3-4 0 15,0 3 0 1,-4 1 0 0,0 4 0-16,2 2 0 15,-3 2 0-15,-2-2 0 16,1-2 0 0</inkml:trace>
  <inkml:trace contextRef="#ctx0" brushRef="#br0" timeOffset="32513.96">31774 10675 255 0,'0'0'0'0,"17"-20"0"0,8-14 0 0,-5 3 0 0,3 2 0 0,-7 2 0 0,-3 8 0 16,-3 2 0-1,-2 4 0-15,-4 4 0 16,-1 7 0-1,-8 11 0-15,-10 10 0 16,-12 20 0-16,-25 24 0 16,-31 37 0-1,-38 54 0-15,-13 32 0 16,12 0 0-16,40-67 0 16</inkml:trace>
  <inkml:trace contextRef="#ctx0" brushRef="#br0" timeOffset="33155.4">32282 10442 255 0,'0'0'0'0,"0"0"0"0,0 0 0 0,0 0 0 0,0 0 0 16,0 0 0-16,0 0 0 0,-11 16 0 0,-12 22 0 0,-6 21 0 15,-3 21 0 1,-3 29 0-16,-7 25 0 16,6 5 0-1,14-10 0-15,10-21 0 16,6-23 0 0,6-85 0-16,4 58 0 15,4-25 0 1</inkml:trace>
  <inkml:trace contextRef="#ctx0" brushRef="#br0" timeOffset="33572.96">32452 11082 255 0,'0'0'0'16,"0"0"0"-16,0 0 0 15,0 0 0 1,-11 11 0-16,-15 19 0 16,-1 14 0-1,1 10 0 1,8 8 0-16,9-2 0 16,12-9 0-16,-3-51 0 15,16 32 0 1,7-18 0-16,3-12 0 15,5-14 0-15,0-7 0 16,7-14 0 0,-5-11 0-1,2-3 0-15,-11-4 0 16,-19 5 0-16,-10 7 0 16,-14 7 0-1,-11 10 0 1,-4 11 0-16,1 14 0 15,6 7 0-15,-2 8 0 16,7 3 0 0,0-4 0-16</inkml:trace>
  <inkml:trace contextRef="#ctx0" brushRef="#br0" timeOffset="34246.62">32935 11042 255 0,'0'0'0'0,"0"0"0"0,0 0 0 0,0 0 0 0,-8 15 0 0,-18 21 0 16,-5 20 0-1,0 17 0 1,0 12 0-16,31-85 0 16,-24 83 0-16,24-83 0 15,-5 52 0 1,10-39 0-16,6-22 0 16,4-15 0-1,3-14 0-15,7-16 0 16,1-8 0-16,-6 5 0 15,-6 17 0 1,-7 18 0-16,0 9 0 16,-3 13 0-1,3 11 0-15,0 9 0 16,6 7 0 0,-2 5 0-16,0 8 0 15,6 11 0-15,6 12 0 16,0 6 0-1,-6 4 0 1,-8 4 0-16,-9-4 0 16,-11-8 0-16,-9-8 0 15,-7-2 0 1,-6-8 0-16,-12-9 0 16,-9-11 0-1,3-12 0-15,-3-9 0 16,5-12 0-16,10 0 0 15,10-10 0 1,14-4 0 0,13-11 0-16,4-13 0 15,5-11 0-15</inkml:trace>
  <inkml:trace contextRef="#ctx0" brushRef="#br0" timeOffset="34455.53">33316 11093 255 0,'0'0'0'0,"0"30"0"0,0 12 0 0,0 7 0 0,0 3 0 15,0-52 0 1,0 0 0-16,0 45 0 16,0-14 0-16</inkml:trace>
  <inkml:trace contextRef="#ctx0" brushRef="#br0" timeOffset="34631.55">33358 10880 255 0,'0'0'0'0,"0"0"0"16,0 0 0-1,0 0 0-15,0 0 0 16,0 0 0 0,0 0 0-16</inkml:trace>
  <inkml:trace contextRef="#ctx0" brushRef="#br0" timeOffset="35058.76">33526 11028 255 0,'0'0'0'0,"0"0"0"16,0 0 0-16,0 0 0 15,0 0 0 1,0 0 0-16,0 0 0 16,-2 18 0-16,-9 18 0 15,-2 5 0 1,-1-2 0-16,3-5 0 15,4-15 0 1,3 0 0-16,4-10 0 16,4-11 0-16,7-8 0 15,5-3 0 1,-3 2 0-16,3 0 0 16,-3 9 0-1,-4 15 0-15,-7 18 0 16,-2 23 0-1,-15 34 0 1,-8 1 0-16</inkml:trace>
  <inkml:trace contextRef="#ctx0" brushRef="#br0" timeOffset="49264.41">22345 7314 255 0,'-40'-24'0'0,"18"2"0"0,-6 6 0 0,1-5 0 0,1 3 0 0,-3 0 0 0,-5-2 0 0,-3-2 0 0,-5 2 0 16,2 2 0-16,-4 0 0 0,-1 4 0 0,0 5 0 0,-4-1 0 0,2 2 0 0,-7 8 0 16,-8 4 0-1,-5 4 0-15,6 7 0 16,1 4 0-16,6 8 0 16,7 5 0-1,6 2 0-15,6 4 0 16,8 3 0-1,4 0 0-15,8 7 0 16,7-3 0 0,8 3 0-16,6 0 0 15,11 0 0 1,4 0 0-16,6-1 0 16,10 8 0-16,9-5 0 15,7-5 0 1,5-2 0-16,12-3 0 15,4-9 0 1,-6-6 0-16,0-3 0 16,-10-6 0-1,4-5 0-15,-1-10 0 16,-1-2 0 0,3-10 0-16,0-10 0 15,-5-5 0 1,-2-9 0-16,-7-8 0 15,-2-9 0 1,-9-3 0-16,-9-6 0 16,-11 1 0-1,-14 2 0-15,-10 6 0 16,-12 9 0-16,-9 15 0 16,-9 5 0-1,5 5 0-15</inkml:trace>
  <inkml:trace contextRef="#ctx0" brushRef="#br0" timeOffset="49982.66">22586 7475 255 0,'73'-19'0'0,"-18"-1"0"0,14 1 0 0,14-1 0 0,8 3 0 0,1 0 0 0,-3 6 0 16,-3 7 0 0,-5 2 0-16,-1 4 0 15,-2 8 0 1,-1 9 0-16,-1 10 0 16,-5 13 0-16,-4 10 0 15,-2 11 0 1,1 10 0-1,1 0 0-15,-1-2 0 16,4 0 0-16,6-3 0 16,2-5 0-1,5 1 0-15,11-9 0 16,8 1 0-16,11-5 0 16,-4-6 0-1,1-14 0 1,3-8 0-16,4-14 0 15,2-12 0-15,2-18 0 16,1-14 0 0,6-18 0-16,-5-13 0 15,0-11 0 1,8-13 0-16,-10-6 0 16,-5-4 0-1,-5-6 0-15,-3 2 0 16,-3 0 0-1,-4 0 0-15,-10 1 0 16,-3 10 0 0,-9 0 0-16,-12 4 0 15,-25 20 0-15</inkml:trace>
  <inkml:trace contextRef="#ctx0" brushRef="#br0" timeOffset="51400.24">27916 5860 255 0,'0'0'0'16,"0"0"0"-16,0 0 0 0,-3-11 0 0,-10-9 0 0,-9 5 0 0,-5 8 0 0,-6 9 0 0,-11 13 0 16,-13 21 0-16,-10 25 0 15,-18 33 0-15,0 22 0 16,25 3 0-1,23-19 0-15,18-22 0 16,16-17 0 0,8-16 0-16,-5-45 0 15,19 28 0 1,10-20 0-16,1-20 0 16,8-13 0-16,13-29 0 15,15-27 0 1,10-29 0-16,-1-18 0 15,-5-1 0 1,-14 10 0-16,-13 16 0 16,-15 14 0-1,-7 14 0-15,-12 11 0 16,-9 64 0-16,0 0 0 16,0-49 0-1,0 49 0-15,-7-29 0 16,-6 22 0-1,3 11 0-15,-3 12 0 16,0 16 0-16,-1 11 0 16,-1 23 0-1,1 16 0-15,-1 26 0 16,5 13 0-16,8-10 0 16,6-14 0-16,8-23 0 15,1-16 0 1,1-16 0-1,-14-42 0-15,0 0 0 16,27 25 0 0,-1-19 0-16,-1-15 0 15,0-10 0 1,2-13 0-16,6-10 0 16,3-14 0-16,7-5 0 15,-43 61 0-15,38-56 0 16,-5 10 0-16,-33 46 0 15,0 0 0-15,0 0 0 16,34-32 0 0,-14 26 0-1,-11 15 0-15,-7 10 0 16,-4 10 0-16,-3 8 0 16,3 9 0-1,6-1 0-15,-4-45 0 16,7 47 0-16,-7-47 0 15,0 0 0 1,14 39 0-16,11-16 0 16,-5-27 0-1,2-19 0-15,0-12 0 16,7-20 0 0,0-13 0-1,-4-8 0-15,-25 76 0 16,0 0 0-16,0 0 0 15,20-56 0 1,-8 42 0-16,-6 28 0 16,-4 18 0-1,4 5 0-15,2 13 0 16,5-6 0-16,-13-44 0 16,16 33 0-1,-5-21 0-15</inkml:trace>
  <inkml:trace contextRef="#ctx0" brushRef="#br0" timeOffset="52460.22">28529 6088 255 0,'-4'-28'0'16,"2"13"0"-16,0 3 0 0,0 1 0 0,-1 4 0 0,1 2 0 0,-2 1 0 0,0-2 0 0,0 5 0 15,2 0 0-15,2 1 0 16,-2-3 0-16,-2 3 0 15,2-2 0-15,0 2 0 16,-1 0 0 0,3 0 0-16,-2 0 0 15,2 0 0 1,0 5 0-16,0 1 0 16,2 5 0-16,1 5 0 15,1 3 0 1,0 10 0-16,6 8 0 15,3 14 0 1,1 7 0-16,-1 9 0 16,2 9 0-1,-4 1 0-15,-2 4 0 16,0-3 0 0,2-3 0-16,-2-3 0 15,0-2 0 1,-2-12 0-16,-1-1 0 15,-1-3 0-15,-5-54 0 16,-5 50 0 0,-8-13 0-16,13-37 0 15,-27 25 0 1,-13-16 0-16,-2-14 0 16,-4-13 0-1,6-10 0 1,1-11 0-16,5-17 0 0,16-13 0 15,24-29 0 1,35-35 0 0,30-22 0-1,-1 22 0-15</inkml:trace>
  <inkml:trace contextRef="#ctx0" brushRef="#br0" timeOffset="53232.37">29038 5859 255 0,'-9'-5'0'0,"0"-2"0"0,9 7 0 0,-8-6 0 0,2 1 0 0,1 3 0 0,1 0 0 0,1-1 0 0,1 3 0 15,2 9 0 1,2 3 0-16,1 11 0 15,-3 11 0 1,-7 0 0-16,-2 13 0 16,0 0 0-16,0-4 0 15,9-43 0 1,-4 35 0-16,4-35 0 16,0 0 0-1,0 0 0-15,2 30 0 16,7-21 0-1,2-16 0-15,2-16 0 16,5-10 0 0,10-14 0-16,1-7 0 15,0 5 0 1,-7 17 0-16,-2 7 0 16,-4 20 0-16,-5 8 0 15,-5 17 0 1,-6 19 0-16,-4 20 0 15,-5 13 0 1,-3 18 0-16,12-90 0 16,-4 81 0-16,16-39 0 15,-1-28 0 1</inkml:trace>
  <inkml:trace contextRef="#ctx0" brushRef="#br0" timeOffset="53657.52">29793 5903 255 0,'0'0'0'15,"0"0"0"-15,0 0 0 0,0 0 0 0,0 0 0 0,-17 0 0 0,-20 5 0 16,-12 16 0-16,0 18 0 15,-4 13 0 1,1 16 0-16,14-4 0 16,38-64 0-1,-16 48 0-15,18-21 0 16,10-20 0 0,3-14 0-16,8-11 0 15,2-6 0-15,0-1 0 16,-3 0 0-1,-6 8 0-15,-3 5 0 16,-4 12 0 0,-5 14 0-16,-1 11 0 15,-1 11 0 1,4 15 0-16,5-4 0 16,5-10 0-1,7-18 0-15,-5-16 0 16,0-12 0-16</inkml:trace>
  <inkml:trace contextRef="#ctx0" brushRef="#br0" timeOffset="54183.22">30076 5936 255 0,'0'0'0'0,"0"0"0"0,0 0 0 0,0 0 0 15,-4 23 0-15,-4 18 0 0,1 9 0 16,3-4 0 0,2-8 0-16,0-16 0 15,2-11 0-15,6-16 0 16,5-10 0-1,6-8 0-15,6-5 0 16,0-2 0 0,-2 6 0-16,-9 10 0 15,0 9 0-15,-5 15 0 16,-7 14 0 0,-5 15 0-16,-3 10 0 15,8-49 0 1,0 0 0-1,-3 36 0-15,12-26 0 16,6-18 0-16,12-15 0 16,2-8 0-1,5-5 0 1,-7 8 0-16,-2 9 0 16,-8 15 0-16,-5 15 0 15,-8 15 0-15,-4 15 0 16,0 12 0-1,0-53 0-15,-2 45 0 16</inkml:trace>
  <inkml:trace contextRef="#ctx0" brushRef="#br0" timeOffset="54361.52">30817 5963 255 0,'0'0'0'0,"-5"28"0"15,-4 19 0-15,3 3 0 0,3-9 0 0,-1-23 0 16,1-13 0-16</inkml:trace>
  <inkml:trace contextRef="#ctx0" brushRef="#br0" timeOffset="54502.01">30725 5653 255 0,'0'0'0'15,"0"0"0"-15,0 0 0 16,0 0 0-16,0 0 0 16</inkml:trace>
  <inkml:trace contextRef="#ctx0" brushRef="#br0" timeOffset="55250.83">31612 5941 255 0,'0'0'0'16,"0"0"0"-16,0 0 0 15,0 0 0 1,0 0 0-16,0-9 0 16,0-7 0-16,0 0 0 15,0 8 0 1,0-4 0-16,0 4 0 16,0 4 0-1,0 0 0-15,0-1 0 16,0 0 0-1,0 0 0-15,0 3 0 16,0 0 0-16,-4 0 0 16,2 2 0-1,0-2 0-15,-1 2 0 16,-1-3 0 0,2 1 0-16,-4 0 0 15,-4-3 0-15,-3 0 0 16,0 2 0-1,-5-1 0-15,-3-1 0 16,1 2 0 0,-7 3 0-1,-4 3 0-15,-6 8 0 16,-13 4 0 0,-4 11 0-16,-9 7 0 15,3 9 0-15,6 10 0 16,9 3 0-1,21 1 0-15,17-6 0 16,18-7 0 0,18-11 0-16,18-9 0 15,21-9 0 1,25-14 0-16,33-17 0 16,-9-3 0-16</inkml:trace>
  <inkml:trace contextRef="#ctx0" brushRef="#br0" timeOffset="56531.35">28228 7343 255 0,'-54'0'0'16,"9"15"0"-16,-6 19 0 0,-12 22 0 0,-1 21 0 0,9 15 0 0,24-14 0 0,21-22 0 15,10-56 0-15,12 33 0 16,11-24 0 0,6-18 0-16,-1-12 0 15,7-10 0 1,7-15 0-16,4-13 0 16,1-7 0-1,-6 2 0-15,-12 13 0 16,-13 11 0-1,-5 11 0-15,-5 10 0 16,-4 9 0 0,4 1 0-16,-4 4 0 15,2 10 0-15,0 10 0 16,3 15 0 0,-5 10 0-16,-2 22 0 15,4 19 0 1,4 21 0-16,5 9 0 15,3-11 0-15,6-13 0 16,-3-16 0 0,3-8 0-1,-3-11 0-15,0-4 0 16,-4-3 0-16,-15-45 0 16,9 42 0-1,-14 2 0-15,-10-9 0 16,-12-10 0-1,-10-8 0-15,-12-13 0 16,-9-13 0 0,-10-12 0-16,-6-18 0 15,5-13 0-15,22-7 0 16,19-2 0 0,32-4 0-1,36-6 0-15,19-18 0 16,-1 6 0-16</inkml:trace>
  <inkml:trace contextRef="#ctx0" brushRef="#br0" timeOffset="57103.93">28956 7456 255 0,'-116'44'0'16,"18"0"0"-16,-7 19 0 0,24-5 0 0,27-4 0 0,54-54 0 0,-26 44 0 0,20-12 0 0,16-18 0 16,6-8 0-1,11-12 0-15,10-10 0 16,15-18 0 0,11-18 0-16,10-13 0 15,1-8 0-15,-15 6 0 16,-15 16 0-1,-13 12 0-15,-15 15 0 16,-5 13 0 0,-9 5 0-16,-6 15 0 47,-5 10 0-47,-4 10 0 15,0 7 0-15,-3 15 0 0,3 5 0 16,6 0 0-16,14-9 0 15,8-15 0 1,7-14 0-16,3-13 0 16,8-6 0-16,1-10 0 15,0-9 0-15,-1-8 0 16</inkml:trace>
  <inkml:trace contextRef="#ctx0" brushRef="#br0" timeOffset="57818.21">29342 7277 255 0,'0'0'0'0,"0"0"0"0,0 0 0 15,0 0 0-15,-3 2 0 0,-6 9 0 16,7-9 0-16,0 0 0 15,2-2 0-15,0 0 0 16,0 0 0-16,0 0 0 16,0 0 0-1,0 0 0 1,0 0 0-16,0 0 0 16,0 0 0-1,-3 17 0-15,-1 24 0 16,-2 13 0-1,-6 1 0-15,3-3 0 16,5-17 0-16,0-9 0 16,4-15 0-1,2-7 0-15,4-8 0 16,3-10 0 0,5-5 0-16,6-4 0 15,2 0 0-15,5 3 0 16,-4 8 0-1,-6 5 0-15,-3 11 0 16,-7 11 0 0,-7 12 0-16,-3 4 0 15,-3 6 0 1,6-37 0-16,0 0 0 16,0 0 0-1,-4 30 0-15,10-20 0 16,9-14 0-1,8-15 0-15,4-8 0 16,4-6 0 0,1-1 0-16,-8 8 0 15,-1 9 0-15,-23 17 0 16,9 0 0 0,-7 18 0-16,-7 16 0 15,-4 6 0 1,-2 16 0-16,11-56 0 15,-6 60 0 1,1-14 0-16,5-23 0 16</inkml:trace>
  <inkml:trace contextRef="#ctx0" brushRef="#br0" timeOffset="58247.25">30348 6970 255 0,'0'0'0'0,"0"0"0"0,0 0 0 0,2-9 0 0,4-11 0 0,-4 6 0 0,0 7 0 0,0 7 0 0,-4 5 0 16,-10 13 0-16,-5 6 0 16,-12 15 0-1,-11 15 0 1,-12 25 0-16,-19 29 0 15,-6 12 0 1,12-12 0-16,16-18 0 16,18-24 0-16,8-14 0 15,23-52 0 1,-12 24 0-16,10-14 0 16</inkml:trace>
  <inkml:trace contextRef="#ctx0" brushRef="#br0" timeOffset="59028.52">29729 7414 255 0,'0'0'0'0,"0"0"0"0,0 0 0 0,0 0 0 16,0 0 0-16,0 0 0 0,0 0 0 0,0 0 0 0,0 0 0 16,18-10 0-16,13-17 0 15,0-2 0 1,-2-1 0-16,-6 6 0 16,-8 7 0-1,-6 3 0-15,-4 1 0 16,-10 5 0-16,-8 8 0 15,-8 10 0 1,0 5 0 0,-2 10 0-16,3 4 0 15,5 7 0-15,3 11 0 16,12-5 0 0,10-4 0-16,7-3 0 15,8-14 0 1,-7-13 0-16</inkml:trace>
  <inkml:trace contextRef="#ctx0" brushRef="#br0" timeOffset="59552.94">30773 7090 255 0,'0'0'0'0,"0"0"0"0,0 0 0 0,0 0 0 0,-21 5 0 0,-25 11 0 0,-5 17 0 15,-5 13 0 1,-2 23 0-16,9 5 0 16,16-3 0-1,14-4 0-15,10-9 0 16,14-10 0 0,5-4 0-16,7-15 0 15,5-10 0 1,5-7 0-16,4-10 0 15,9-11 0-15,13-13 0 16,7-19 0 0,8-18 0-16,-2-18 0 15,-21 3 0 1,-24 7 0-16,-16 10 0 16,-20 7 0-1,-16 13 0-15,-17 21 0 16,-19 16 0-16,-27 16 0 15,-4 7 0 1</inkml:trace>
  <inkml:trace contextRef="#ctx0" brushRef="#br0" timeOffset="60473.9">28485 8737 255 0,'-5'-42'0'0,"1"19"0"0,-8 4 0 0,-5 11 0 0,-6 12 0 0,-4 14 0 0,-4 10 0 0,-6 24 0 16,-4 18 0-16,4 13 0 0,37-83 0 15,-29 84 0-15,29-84 0 16,-4 61 0-1,20-42 0-15,7-20 0 16,-2-19 0 0,4-7 0-16,9-13 0 15,-5 2 0 1,-6 0 0-16,1 7 0 16,-4 7 0-1,-2 14 0-15,4 10 0 16,3 8 0-1,2 13 0-15,0 7 0 16,6 18 0-16,0 8 0 16,1 5 0-1,-9-3 0-15,-9 3 0 16,-9-6 0 0,-11 3 0-16,-13-3 0 15,-10-3 0 1,-13-3 0-1,-9-4 0-15,-14-10 0 0,-2-9 0 16,0-10 0 0,1-13 0-1,5-16 0-15,11-16 0 16,17-13 0-16,15-10 0 16,18-13 0-1,16-7 0-15,20-9 0 16,19-8 0-1,11 5 0-15,8 11 0 16,-2 15 0-16,-11 15 0 16,-19 13 0-1</inkml:trace>
  <inkml:trace contextRef="#ctx0" brushRef="#br0" timeOffset="60884.49">29080 8613 255 0,'-51'3'0'0,"7"7"0"0,-2 9 0 0,-1 10 0 16,1 11 0-16,2 12 0 0,13 4 0 15,16-9 0 1,13-10 0-16,10-13 0 16,17-15 0-16,-2-15 0 15,11-13 0 1,8-16 0-16,2-12 0 16,-6-6 0-1,-12 6 0-15,-10 10 0 16,-6 14 0-16,-8 11 0 15,-4 15 0 1,-8 15 0 0,1 15 0-16,2 11 0 15,7 15 0-15,7-2 0 16,12-11 0 0,3-33 0-16,-6-11 0 15</inkml:trace>
  <inkml:trace contextRef="#ctx0" brushRef="#br0" timeOffset="61393.53">29299 8642 255 0,'0'0'0'0,"0"0"0"16,0 0 0-1,0 0 0-15,0 16 0 16,-5 7 0-1,5-15 0-15,5-9 0 16,9-13 0 0,3-2 0-16,3-3 0 15,2 2 0 1,-7 8 0-16,-1 9 0 16,-6 11 0-16,-6 14 0 15,-2 9 0 1,0 2 0-1,-2 3 0-15,4-9 0 16,3-15 0-16,9-14 0 16,3-11 0-1,5-10 0-15,3-9 0 16,8-5 0 0,-1 4 0-16,-7 3 0 15,-10 18 0-15,-4 9 0 16,-6 13 0-1,-5 17 0 1,-5 6 0-16,5-36 0 16,-4 44 0-16,4-44 0 15,2 29 0 1,9-23 0-16,0-10 0 16,7-10 0-16,2-1 0 15</inkml:trace>
  <inkml:trace contextRef="#ctx0" brushRef="#br0" timeOffset="61980.86">29906 8571 255 0,'0'0'0'0,"0"0"0"16,0 0 0-16,0 0 0 0,0 0 0 0,0 0 0 0,0 0 0 0,0 0 0 15,0 0 0 1,16-11 0-16,13-17 0 16,4 0 0-1,-9-2 0-15,-6 9 0 16,-11 7 0 0,-7 5 0-16,-11 6 0 15,-9 18 0-15,-7 8 0 16,-9 25 0-1,-4 14 0-15,6 17 0 16,18-4 0 0,23-23 0-16,13-29 0 15,0-17 0 1,1-8 0-16</inkml:trace>
  <inkml:trace contextRef="#ctx0" brushRef="#br0" timeOffset="62561.56">31044 7916 255 0,'0'0'0'0,"0"0"0"0,0 0 0 0,-10 13 0 0,-21 21 0 0,-20 22 0 0,-20 32 0 0,-25 33 0 0,-5 14 0 16,11-12 0-16,21-20 0 16,19-20 0-1,15-18 0-15,35-65 0 16,0 0 0-1,-16 51 0-15</inkml:trace>
  <inkml:trace contextRef="#ctx0" brushRef="#br0" timeOffset="63048.4">31292 7961 255 0,'0'0'0'16,"0"0"0"-16,0 0 0 16,0 0 0-1,0 0 0-15,0 0 0 16,0 0 0-16,0 0 0 16,0 25 0-1,0 29 0-15,-8 27 0 16,-6 13 0-1,-8 4 0-15,-4-15 0 16,3-20 0 0,5-14 0-16,18-49 0 15,-13 39 0-15,13-39 0 16,0 0 0 0,0 0 0-16,-7 29 0 15,7-29 0 1,0 17 0-16,0-13 0 15</inkml:trace>
  <inkml:trace contextRef="#ctx0" brushRef="#br0" timeOffset="66277.69">28737 9622 255 0,'-55'17'0'16,"5"19"0"-16,-6 18 0 0,-4 20 0 0,1 4 0 0,18-15 0 0,41-63 0 0,-25 46 0 16,21-23 0-16,14-18 0 15,9-13 0-15,9-12 0 16,8-8 0-16,9-9 0 15,6 0 0 1,-2 4 0-16,-5 10 0 16,-13 12 0-1,-6 8 0-15,-4 8 0 16,-1 7 0 0,1 8 0-16,-4 11 0 15,6 22 0-15,0 18 0 16,0 25 0-1,-4 10 0 1,-10-5 0-16,-6-14 0 16,-13-18 0-16,-9-15 0 15,-10-8 0 1,-9-7 0-16,-8-11 0 16,-1-7 0-1,1-15 0-15,-11-6 0 16,-7-10 0-16,1-11 0 15,2-6 0 1,5-3 0-16,19-9 0 16,9-5 0-1,21-6 0-15,21-6 0 16,20-14 0 0,26-15 0-16,21-10 0 15,15-6 0 1,-17 28 0-16</inkml:trace>
  <inkml:trace contextRef="#ctx0" brushRef="#br0" timeOffset="66795.55">29584 9546 255 0,'-63'-11'0'0,"7"11"0"0,-11 18 0 0,-8 23 0 0,4 21 0 0,6 21 0 16,20-1 0-16,20-11 0 15,15-17 0 1,12-15 0-16,12-20 0 16,3-17 0-1,8-15 0-15,5-18 0 16,14-17 0-16,7-16 0 16,5-10 0-1,-9 3 0-15,-20 26 0 16,-13 20 0-1,-8 15 0-15,-4 10 0 16,-4 12 0 0,0 18 0-16,0 13 0 15,2 16 0 1,6 12 0-16,13 5 0 16,6-21 0-16,2-33 0 15,-11-17 0 1</inkml:trace>
  <inkml:trace contextRef="#ctx0" brushRef="#br0" timeOffset="67466.55">29861 9572 255 0,'0'0'0'0,"0"0"0"16,0 0 0-1,0 0 0-15,0 0 0 16,0 25 0 0,-5 18 0-16,0 10 0 15,3-15 0 1,2-13 0 0,-2-14 0-16,4-13 0 15,2-11 0-15,8-10 0 16,3-6 0-16,9 3 0 15,-2 1 0 1,-2 4 0 0,-4 12 0-16,-1 12 0 15,-3 12 0-15,-10 17 0 16,-2 5 0 0,0 6 0-16,-2-9 0 15,2-12 0 1,2-9 0-16,0-13 0 15,9-13 0-15,7-9 0 16,4-9 0 0,10-10 0-1,0 4 0-15,-6 7 0 16,-6 12 0-16,-9 11 0 16,-4 16 0-1,-5 13 0-15,-2 9 0 16,0-31 0-1,0 0 0-15,0 0 0 16,-2 29 0 0,6-14 0-16,3-12 0 15,4-13 0 1,0-6 0 0,-11 16 0-16,0 0 0 15,0 0 0-15,9-7 0 16,-7 22 0-16,-2 10 0 15,-4 11 0 1,4-36 0-16,-9 41 0 16,0-9 0-1</inkml:trace>
  <inkml:trace contextRef="#ctx0" brushRef="#br0" timeOffset="67775.13">30752 9168 255 0,'0'0'0'0,"0"0"0"0,0 0 0 0,-12 22 0 0,-19 28 0 0,-21 39 0 16,-18 37 0-1,-9 16 0 1,5-11 0-16,8-20 0 16,15-25 0-16,11-26 0 15,10-27 0-15</inkml:trace>
  <inkml:trace contextRef="#ctx0" brushRef="#br0" timeOffset="68408.35">30311 9639 255 0,'0'0'0'0,"0"0"0"0,0 0 0 16,0 0 0-16,0 0 0 0,0 0 0 0,18-8 0 0,9-15 0 15,-4 4 0-15,-5-1 0 16,-7 1 0-1,-9 4 0-15,-10 4 0 16,-9 5 0 0,-6 12 0-16,-6 7 0 15,0 10 0-15,0 14 0 16,6 3 0 0,14-2 0-16,9-8 0 15,11-13 0 1,1-8 0-16</inkml:trace>
  <inkml:trace contextRef="#ctx0" brushRef="#br0" timeOffset="69080.75">30832 9810 255 0</inkml:trace>
  <inkml:trace contextRef="#ctx0" brushRef="#br0" timeOffset="69194.37">31284 9735 255 0</inkml:trace>
  <inkml:trace contextRef="#ctx0" brushRef="#br0" timeOffset="69324.14">31749 9682 255 0</inkml:trace>
  <inkml:trace contextRef="#ctx0" brushRef="#br0" timeOffset="89497">21259 6078 255 0,'-48'-32'0'0,"4"8"0"0,-2 1 0 0,-1 3 0 0,-5 4 0 0,-12-4 0 16,-4 6 0-16,-4 1 0 0,-6 4 0 16,-5-5 0-16,3 9 0 15,-1-3 0 1,-1 5 0-16,-3-1 0 16,-1 3 0-16,-3 1 0 15,-12 1 0 1,3 5 0-1,-2-5 0-15,0 1 0 16,0 4 0 0,1-1 0-16,-3 9 0 15,3-5 0-15,-2 7 0 16,3 1 0 0,-3 4 0-16,4 8 0 15,-3 7 0 1,11-1 0-1,8 8 0-15,5 4 0 16,18-3 0-16,11 2 0 16,7 3 0-1,11-3 0-15,13 4 0 16,16-4 0 0,12-5 0-16,7 3 0 15,12 0 0-15,19-4 0 16,20 0 0-1,19 0 0-15,25 1 0 16,14-7 0 0,20-10 0-16,4-2 0 15,-1-6 0 1,7-1 0-16,3 3 0 16,8-3 0-16,4 4 0 15,-4 1 0 1,0-4 0-16,-2-10 0 15,4-1 0 1,-10-7 0-16,-5-12 0 16,-11-9 0-1,-4-6 0-15,-8-11 0 16,-18-4 0-16,-25-2 0 16,-16 3 0-1,-15-5 0 1,-21 4 0-16,-26-4 0 15,-24 2 0 1,-24 2 0-16,-31 0 0 16,-36-3 0-16,-48-3 0 15,-36 14 0 1,-16 16 0-16,50 9 0 16</inkml:trace>
  <inkml:trace contextRef="#ctx0" brushRef="#br0" timeOffset="94212.49">22020 6547 255 0,'-22'0'0'0,"13"0"0"0,3 0 0 0,6 0 0 0,4 0 0 0,2 0 0 0,5 0 0 0,3 0 0 0,1-7 0 15,1-4 0-15,7-4 0 16,1-6 0-1,5 1 0-15,2-3 0 16,12-5 0-16,4-3 0 16,14-7 0-1,8-5 0 1,10-1 0-16,10-8 0 16,-7 6 0-16,-3 5 0 15,-3 2 0 1,0-4 0-16,2-4 0 15,13-8 0 1,0-3 0-16,10-6 0 16,3-8 0-16,4-4 0 15,2 0 0 1,-1 3 0 0,-2-2 0-16,-4 4 0 15,3 1 0-15,2 1 0 16,2 0 0-1,-1 1 0 1,-5-5 0-16,9-1 0 16,1-3 0-16,6-9 0 15,5-3 0 1,-2-3 0-16,4-9 0 16,0-4 0-16,3-2 0 15,6-7 0 1,-3-1 0-16,-7-6 0 15,6 0 0 1,8-6 0 0,-9 8 0-16,-8 0 0 15,-2 2 0-15,-4 3 0 16,-6 5 0 0,-12 7 0-16,-8 12 0 15,-10 4 0-15,-16 12 0 16,-11 10 0-1,-14 9 0 1,-11 7 0-16,-8-1 0 16,-15 7 0-1,-2 6 0-15</inkml:trace>
  <inkml:trace contextRef="#ctx0" brushRef="#br0" timeOffset="95492.55">28117 1351 255 0,'0'0'0'0,"0"0"0"0,0 0 0 0,0-14 0 0,-4-15 0 0,0-1 0 16,-6 7 0-1,-1 0 0-15,-2 3 0 16,-7 3 0 0,-5 8 0-16,-6 4 0 15,-6 7 0-15,-18 14 0 16,-7 9 0-1,-3 14 0-15,2 10 0 16,5 8 0-16,14 1 0 16,14 4 0-1,14-6 0-15,14-2 0 16,10-7 0 0,16-16 0-16,11-13 0 15,13-11 0 1,2-18 0-16,7-11 0 15,1-17 0 1,-5-6 0-16,-8-4 0 16,-10-3 0-16,-7 1 0 15,-6 7 0 1,-8 11 0 0,-3 5 0-16,-7 12 0 15,-2 3 0-15,-2 10 0 16,0 6 0-1,0 6 0-15,3 10 0 16,6 0 0 0,6 8 0-16,8 5 0 15,7 13 0-15,1 3 0 16,4 19 0 0,5 18 0-1,1 18 0-15,-9 2 0 16,-8-3 0-16,-8-11 0 15,-8-9 0 1,-8-12 0-16,-4-16 0 16,-9-4 0-1,-9-8 0-15,-11-5 0 16,-9-5 0 0,-15-6 0-16,-25 0 0 15,-18-14 0 1,-21-11 0-16,3-18 0 15,12-16 0 1,27-12 0-16,28-11 0 16,32-9 0-16,31-11 0 15,42-24 0 1,36-26 0-16,-8 14 0 16</inkml:trace>
  <inkml:trace contextRef="#ctx0" brushRef="#br0" timeOffset="96461.86">28656 1259 255 0,'-4'-27'0'0,"2"12"0"16,-1 3 0-16,1 3 0 0,0 0 0 0,4 5 0 0,3 2 0 0,5 2 0 0,-1 5 0 0,-1 5 0 15,1 9 0-15,1 8 0 16,-2 5 0-16,-4 9 0 16,-1 11 0-1,-3-1 0-15,-3-2 0 16,-1-3 0 0,0 0 0-16,4-46 0 15,-7 40 0 1,7-40 0-16,0 0 0 15,0 0 0 1,-4 34 0-16,1-21 0 16,8-20 0-1,4-20 0-15,6-15 0 16,14-23 0-16,18-12 0 16,21-10 0-1,19 3 0-15,3 22 0 16,-15 16 0-1,-15 24 0-15,-10 12 0 16,-50 10 0 0,0 0 0-16,44-5 0 15</inkml:trace>
  <inkml:trace contextRef="#ctx0" brushRef="#br0" timeOffset="97213.39">29715 1144 255 0,'0'0'0'0,"0"0"0"0,0 0 0 16,0 0 0-16,0-4 0 0,0 3 0 0,0-1 0 0,0-1 0 0,0 2 0 0,0 1 0 0,0 0 0 15,0-6 0-15,-4 3 0 16,2-1 0-16,-1 0 0 16,0 0 0-1,1 0 0-15,0-2 0 16,0 2 0 0,0 0 0-16,2 1 0 15,-3 1 0 1,1 2 0-16,0 0 0 15,-4 0 0-15,-6 0 0 16,-3 7 0 0,-8 9 0-1,-6 9 0-15,-2 14 0 16,-3 9 0-16,-1 18 0 16,-1 17 0-1,9 9 0-15,21-17 0 16,14-16 0-16,13-23 0 15,10-16 0 1,4-16 0 0,10-15 0-16,5-16 0 15,3-19 0-15,-5-12 0 16,-3-8 0 0,-12-11 0-16,-16 7 0 15,-15 8 0 1,-12 12 0-16,-13 18 0 15,-6 18 0 1,0 17 0-16,-1 4 0 16,1 9 0-1,5 2 0-15</inkml:trace>
  <inkml:trace contextRef="#ctx0" brushRef="#br0" timeOffset="97704.08">30098 1124 255 0,'0'0'0'0,"0"0"0"0,-11 22 0 0,-8 22 0 0,4 17 0 0,3 11 0 0,12-72 0 16,3 74 0-16,17-21 0 16,5-38 0-16,2-25 0 15,-2-14 0-15,-1-2 0 16,7-16 0 0,-2 0 0-16,-5 9 0 15,-2 4 0-15,-9 12 0 16,-4 9 0-1,-2 13 0-15,-7 15 0 16,-2 17 0 0,-5 20 0-16,7 8 0 15,4-3 0 1,12-16 0-16,6-22 0 16,3-14 0-1,2-11 0-15,-4-11 0 16,3-2 0-1,-6-4 0-15</inkml:trace>
  <inkml:trace contextRef="#ctx0" brushRef="#br0" timeOffset="97940.14">30680 1328 255 0,'0'0'0'0,"0"0"0"16,0 28 0-16,0 21 0 16,0 13 0-1,4 7 0-15,0 1 0 16,4-7 0 0,2-8 0-16,-10-55 0 15,13 54 0 1,-13-54 0-16,0 0 0 15,0 0 0 1,6 42 0-16</inkml:trace>
  <inkml:trace contextRef="#ctx0" brushRef="#br0" timeOffset="98303.37">30523 1334 255 0,'0'0'0'16,"0"0"0"-16,0 0 0 16,4-19 0-1,15-23 0-15,22-7 0 16,21 1 0 0,18 5 0-1,12 8 0-15,-14 21 0 0,-20 19 0 16,-17 11 0-1,-15 3 0-15,-14 3 0 16,-12 4 0 0,-12 1 0-16,-12 6 0 15,-17 9 0 1,-5-1 0-16,-2-5 0 16,11-16 0-16,10-18 0 15,13-13 0 1,10-2 0-16</inkml:trace>
  <inkml:trace contextRef="#ctx0" brushRef="#br0" timeOffset="98466.51">31230 1142 255 0,'0'0'0'15,"-4"32"0"1,-7 17 0-16,1 12 0 15,2 11 0 1,8-72 0-16,0 0 0 16,-4 57 0-1,6-30 0-15</inkml:trace>
  <inkml:trace contextRef="#ctx0" brushRef="#br0" timeOffset="98630.84">31239 998 255 0,'0'0'0'0,"0"0"0"16,0 0 0-1,0 0 0 1,0 0 0-16,0 0 0 16</inkml:trace>
  <inkml:trace contextRef="#ctx0" brushRef="#br0" timeOffset="98971.75">31469 1215 255 0,'0'0'0'0,"0"0"0"15,-2 22 0-15,0 8 0 16,0-3 0-1,2-6 0 1,17-19 0-16,13-11 0 16,6-7 0-16,9-11 0 15,-8 4 0 1,-6 11 0-16,-11 6 0 16,-10 14 0-1,-7 15 0-15,-6 16 0 16,-5 18 0-16,-1 4 0 15,9-61 0 1,7 46 0-16,10-30 0 16,-1-16 0-1</inkml:trace>
  <inkml:trace contextRef="#ctx0" brushRef="#br0" timeOffset="99594.02">32527 1187 255 0,'0'0'0'0,"0"0"0"16,0 0 0-1,0 0 0-15,0 0 0 16,0 0 0 0,-17 5 0-16,-28 13 0 15,-8 14 0 1,-3 11 0-16,0 11 0 16,56-54 0-16,-38 55 0 15,31-22 0 1,17-20 0-16,9-15 0 15,6-5 0 1,4-5 0-16,-5 2 0 16,2 3 0-1,-5 7 0-15,2 7 0 16,2 11 0 0,-3 8 0-16,-2 15 0 15,0 12 0-15,-3 14 0 16,-5 5 0-1,-10 4 0-15,-8 4 0 16,-15-13 0 0,-12-1 0-16,-11-6 0 15,-14-4 0 1,-13-14 0-16,-2-15 0 16,-6-16 0-1,8-27 0-15,13-24 0 16,22-18 0-1,27-19 0-15,28-15 0 16,38 2 0-16,19 15 0 16,17 7 0-1,-20 21 0-15</inkml:trace>
  <inkml:trace contextRef="#ctx0" brushRef="#br0" timeOffset="100289.19">30137 2223 255 0,'-56'4'0'0,"3"17"0"0,-5 19 0 16,0 21 0-16,7 22 0 0,4 10 0 0,18-4 0 0,18-8 0 16,17-12 0-16,13-15 0 15,14-15 0 1,11-18 0-16,11-19 0 16,16-27 0-1,19-26 0-15,9-27 0 16,-4-18 0-1,-28-2 0-15,-29 8 0 16,-25 8 0-16,-20 11 0 16,-15 12 0-1,-11 15 0-15,-14 16 0 16,-11 23 0 0,-7 29 0-16,1 18 0 15,9 14 0 1,17-15 0-16,18-18 0 15</inkml:trace>
  <inkml:trace contextRef="#ctx0" brushRef="#br0" timeOffset="100691.08">30568 2345 255 0,'0'0'0'0,"0"0"0"0,-5 25 0 0,-2 23 0 0,1 10 0 15,4 11 0-15,8-11 0 0,23-28 0 0,17-33 0 0,9-28 0 16,9-19 0-16,5-6 0 16,-69 56 0-1,60-49 0-15,-60 49 0 16,42-22 0-16,-20 32 0 16,-13 14 0-1,-7 10 0 1,-4 22 0-16,0 16 0 15,2-72 0 1,-2 65 0-16,-3-34 0 16</inkml:trace>
  <inkml:trace contextRef="#ctx0" brushRef="#br0" timeOffset="101005.46">31184 1707 255 0,'0'0'0'0,"0"0"0"15,0 0 0 1,0 23 0-16,0 32 0 15,0 34 0 1,-3 40 0-16,-8 14 0 16,-4-7 0-1,-4-18 0-15,6-20 0 16,5-14 0-16,8-84 0 16,3 69 0-16</inkml:trace>
  <inkml:trace contextRef="#ctx0" brushRef="#br0" timeOffset="102003.81">31487 2470 255 0,'0'0'0'16,"0"0"0"-1,0 0 0-15,-2 19 0 16,-7 22 0-16,2 7 0 16,3-1 0-1,4-6 0-15,7-12 0 16,3-16 0-1,12-11 0-15,2-11 0 16,3-9 0 0,-3-5 0-16,1-4 0 15,-3-3 0-15,-2 1 0 16,-9 9 0 0,-2 5 0-1,-3 8 0-15,3 8 0 16,-7 15 0-16,-4 11 0 15,0 7 0 1,-3 22 0-16,12 6 0 16,1 5 0-1,13-2 0-15,8-7 0 16,6-2 0 0,5-5 0-16,1-2 0 15,2 2 0-15,-8-3 0 16,0-1 0-1,-6-3 0 1,-8-8 0-16,-21-36 0 78,11 41 0-62,-11-5 0 15,-9-4 0-15,-11-9 0-1,-7-5 0 1,-11-2 0 0,-22-5 0 30,-19-4 0-30,-23-6 0 0,-15-9 0 15,3-5 0-31,7-9 0 47,14-3 0-47,23 3 0 15,11 1 0 1,17 5 0-16,42 16 0 16,-25-19 0-16,21 1 0 0,21-7 0 15,28-8 0-15,52-19 0 0,66-29 0 0,-2 3 0 0</inkml:trace>
  <inkml:trace contextRef="#ctx0" brushRef="#br0" timeOffset="114613.76">27544 4000 255 0,'-4'-56'0'0,"2"0"0"15,10-18 0-15,15-22 0 0,11-16 0 0,5 5 0 0,1 9 0 0,-11 21 0 0,-3 14 0 16,-26 63 0-1,0 0 0-15,0 0 0 16,20-41 0-16,-6 23 0 16,-7 23 0-1,-5 11 0-15,-2 14 0 16,-4 15 0-16,-4 26 0 16,-3 29 0-1,2 22 0-15,7-1 0 16,4-20 0-1,7-29 0 1,5-23 0-16,0-23 0 16,-1-11 0-16,3-9 0 15,0-6 0 1,-1-9 0-16,3-13 0 16,1-9 0-1,6-24 0-15,8-25 0 16,20-38 0-16,15-32 0 15,0 3 0 1,-16 39 0-16,-52 108 0 16,29-74 0-1,-29 74 0-15,4-41 0 16</inkml:trace>
  <inkml:trace contextRef="#ctx0" brushRef="#br0" timeOffset="115117.36">28558 3743 255 0,'-44'6'0'0,"13"11"0"0,1 17 0 0,3 9 0 0,9 7 0 0,12 1 0 0,6-3 0 0,9-11 0 16,11-11 0-16,2-19 0 15,10-13 0 1,4-12 0-16,1-14 0 16,-3-5 0-1,-12-3 0 1,-8-1 0-16,-17 1 0 15,-12 6 0-15,-10 7 0 16,-2 14 0 0,0 13 0-16,2 11 0 15,4 9 0 1,6 2 0-16,7-3 0 16</inkml:trace>
  <inkml:trace contextRef="#ctx0" brushRef="#br0" timeOffset="115629.36">29040 3750 255 0,'0'0'0'16,"0"0"0"-16,0 0 0 15,0 0 0 1,0 0 0-16,23 0 0 16,23-1 0-1,14-17 0 1,7-5 0-16,-2-6 0 15,-16 0 0 1,-49 29 0-16,37-32 0 16,-17 5 0-16,-16 7 0 15,-8 9 0-15,-14 4 0 16,-12 14 0 0,-12 14 0-16,-16 20 0 15,-16 26 0 1,9 25 0-16,18 11 0 15,29-5 0 1,28-22 0-16,23-23 0 16,15-30 0-1,23-18 0-15,4-25 0 16,9-24 0-16,-15-2 0 16</inkml:trace>
  <inkml:trace contextRef="#ctx0" brushRef="#br0" timeOffset="117620.24">29851 3104 255 0,'0'0'0'0,"0"0"0"0,0 0 0 0,0 0 0 0,0 0 0 0,-6 24 0 0,-11 29 0 0,-10 35 0 16,-6 47 0 0,-6 21 0-16,-4 5 0 15,8-21 0 1,3-24 0-16,10-22 0 15,4-15 0 1,1-10 0-16,-3-15 0 16,20-54 0-16,-13 43 0 15,13-43 0 1,0 0 0-16,-14 19 0 16,8-25 0-1,2-16 0 1,2-19 0-16,4-25 0 15,4-10 0 1,-6 76 0-16,0 0 0 16,10-86 0-16,-10 86 0 15,8-61 0 1,5 37 0-16,4 19 0 16,-2 5 0-16,6 2 0 15,6-4 0 1,6-11 0-16,13-20 0 15,13-21 0-15,9-20 0 16,3-11 0 0,-10 0 0-16,-15 5 0 15,-8 6 0 1,-14 10 0 0,-7 9 0-16,-8 9 0 15,-9 6 0 1,-2 9 0-16,-3 13 0 15,-4 9 0 1,-1 7 0-16,-3 10 0 16,-1 10 0-16,3 14 0 15,1 10 0 1,0 19 0-16,-1 25 0 16,1 25 0-1,0 12 0-15,-1-4 0 16,0-25 0-16,-2-20 0 15,-3-15 0 1,16-59 0-16,-13 46 0 16,13-46 0-1,0 0 0-15,-13 36 0 16,13-36 0 0,0 0 0-16,0 0 0 15,-12 20 0 1,9-20 0-16,3-11 0 15,3-7 0-15,-1-9 0 16,2-3 0 0,-4 30 0-16,3-36 0 15,-3 36 0 1,0 0 0-16,0 0 0 16,3-39 0-16,-3 39 0 15,2-22 0 1,2 16 0-1,3 8 0-15,6 5 0 16,7-1 0 0,7-3 0-16,4-6 0 15,2-6 0-15,0-6 0 16,5-6 0 0,-38 21 0-16,29-24 0 15,-29 24 0 1,17-30 0-16,-17 30 0 15,2-18 0-15,-13 9 0 16,1 14 0 0,-4 11 0-16,3 13 0 15,-1 7 0 1,6 12 0-16,8-2 0 16,12-11 0-1,15-8 0-15,13-12 0 16,11-11 0-1,24-17 0 1,14-11 0-16,7-5 0 0,-11 1 0 16,-14 0 0-1,-14 10 0 1,-14 2 0-16,-45 16 0 16,0 0 0-16,28-21 0 15,-28 21 0 1,7-19 0-16,-16 9 0 15,-12 7 0 1,-10 10 0-16,-11 8 0 16,-8 14 0-1,-4 14 0-15,5 11 0 16,12 7 0-16,19-9 0 16,20-4 0-1,14-14 0-15,12-16 0 16,13-14 0-1,13-12 0-15,15-19 0 16,13-21 0 0,3-19 0-16,-4-10 0 15,-9-11 0 1,-14-7 0-16,-5-1 0 16,-6 5 0-1,-8 14 0-15,-6 19 0 16,-11 11 0-16,-22 47 0 15,12-42 0 1,-12 42 0-16,0 0 0 16,0 0 0-1,-3-26 0 1,-4 20 0-16,-2 23 0 16,-1 16 0-16,-2 17 0 15,-1 22 0 1,-3 24 0-16,1 10 0 15,2-17 0-15,13-89 0 32,-14 72 0-17,-1-21 0-15,15-51 0 0,-26 30 0 16,-1-18 0-16,5-14 0 16,5-3 0-1,17 5 0-15,0 0 0 16,-12-14 0-1,16-2 0-15,17 3 0 16,14-3 0 0,28 1 0-16,22-1 0 15,20-2 0-15,-6 2 0 16,-38 2 0 0</inkml:trace>
  <inkml:trace contextRef="#ctx0" brushRef="#br0" timeOffset="118430.99">29986 4495 255 0,'0'53'0'0,"0"-21"0"0,0-6 0 16,0-5 0-16,0-6 0 0,0-4 0 0,0-3 0 0,0-2 0 0,0-9 0 0,0 0 0 15,0-3 0 1,0 0 0-16,-4-2 0 16,-3-2 0-1,-2 2 0-15,0-4 0 16,-4 5 0-16,-3 2 0 16,-4 3 0-1,-3 9 0-15,-3 6 0 16,1 11 0-16,-2 6 0 15,0 16 0 1,1 16 0-16,8 5 0 16,11-6 0-1,11-9 0 1,12-16 0-16,11-13 0 16,4-18 0-16,7-16 0 15,11-17 0 1,8-19 0-1,2-16 0-15,-14-9 0 16,-15 4 0-16,-19 3 0 16,-13 13 0-1,-14 15 0-15,-5 9 0 16,-3 17 0 0,-5 11 0-16,-5 13 0 15,-5 8 0-15,7 3 0 16,11-6 0-1,17-8 0-15,4-6 0 16</inkml:trace>
  <inkml:trace contextRef="#ctx0" brushRef="#br0" timeOffset="118900.22">30550 4599 255 0,'0'0'0'0,"0"0"0"0,0 0 0 0,0 0 0 16,0 0 0-16,0 0 0 0,0 0 0 15,0 0 0 1,0 0 0-16,0 0 0 15,0 24 0 1,0 17 0-16,0 2 0 16,0-10 0-1,0-14 0-15,2-11 0 16,7-12 0-16,11-10 0 16,7-8 0-1,5 0 0-15,1 1 0 16,0 6 0-1,-4 13 0-15,-10 14 0 16,-4 12 0 0,-9 11 0-16,-1 17 0 15,-2-1 0 1,-3-51 0-16,9 39 0 16,14-27 0-16,0-18 0 15,0-7 0 1</inkml:trace>
  <inkml:trace contextRef="#ctx0" brushRef="#br0" timeOffset="119503.99">31649 4349 255 0,'0'0'0'0,"0"0"0"0,0 28 0 0,0 25 0 0,0 24 0 16,0 30 0-16,0 17 0 0,-3-27 0 0,3-97 0 15,-11 49 0-15,-4-42 0 16,-1-14 0-16,1-14 0 15,-4-7 0 1,-1-15 0-16,-4-19 0 16,-6-19 0-1,3-11 0-15,14 2 0 16,8 17 0 0,5 14 0-16,7 8 0 15,7 9 0-15,8 6 0 16,8 1 0-1,10 1 0 1,8 4 0-16,12 8 0 16,5 12 0-1,-1 10 0-15,-3 10 0 16,-8 12 0-16,-4 10 0 16,-49-32 0-1,36 38 0-15,-18 2 0 16,-16-2 0-16,-18-2 0 15,-13-2 0 1,-11-5 0-16,-9-2 0 16,-3-8 0-1,9-8 0-15,10-12 0 16,14-9 0 0,5 2 0-16</inkml:trace>
  <inkml:trace contextRef="#ctx0" brushRef="#br0" timeOffset="119946.3">32309 4177 255 0,'0'0'0'16,"0"0"0"-16,0 0 0 0,-16 19 0 0,-22 27 0 0,-14 25 0 15,-1 16 0-15,13-5 0 16,40-82 0-16,-10 50 0 16,22-36 0-16,8-21 0 15,0-8 0 1,5-11 0-16,1-3 0 15,7-6 0 1,-4 4 0 0,-4 9 0-16,-4 14 0 15,-5 11 0-15,-1 15 0 16,-3 7 0 0,-2 12 0-16,-10-37 0 15,13 36 0 1,11-21 0-16,-2-24 0 15,3-15 0 1,4-18 0-16,2-9 0 16</inkml:trace>
  <inkml:trace contextRef="#ctx0" brushRef="#br0" timeOffset="120510.3">32863 3557 255 0,'0'0'0'0,"0"0"0"15,-2 25 0-15,0 20 0 16,-4 17 0 0,-4 23 0-16,-7 23 0 15,-8 22 0 1,3-8 0-16,4-19 0 15,4-19 0 1,-2-20 0-16,2-17 0 16,14-47 0-16,0 0 0 15,0 0 0 1,-8 35 0 0,8-35 0-16,-7 12 0 15,5-18 0-15,0-15 0 16,0-8 0-1,2-9 0-15,-2-12 0 16,2 50 0-16,-2-47 0 16,2 47 0-1,-8-40 0 1,-5 15 0-16,1 19 0 16,0 8 0-16,-1 10 0 15,5 5 0 1,6 4 0-16,12-4 0 15,11-3 0 1,16-7 0 0,14-5 0-16,3-9 0 15,6-4 0-15,-6-5 0 16,-54 16 0 0,42-20 0-16,-15-3 0 15</inkml:trace>
  <inkml:trace contextRef="#ctx0" brushRef="#br0" timeOffset="120899.78">33235 3891 255 0,'0'0'0'0,"0"0"0"0,0 0 0 16,0 0 0-16,0 0 0 0,0 0 0 0,0 0 0 15,-7 20 0 1,-13 25 0-16,-5 15 0 16,-1 8 0-1,26-68 0-15,-22 70 0 16,13-13 0-16,18-31 0 15,8-17 0 1,3-7 0-16,-20-2 0 31,23 5 0-31,2 6 0 16,-6 13 0-16,-7 9 0 16,-6 13 0-16,-4 12 0 15,3-4 0-15</inkml:trace>
  <inkml:trace contextRef="#ctx0" brushRef="#br0" timeOffset="122728.35">28335 521 255 0,'-22'-45'0'0,"-13"23"0"0,-23-1 0 0,-21 8 0 0,-32 7 0 0,-23 5 0 0,-1 11 0 0,13 6 0 0,14 1 0 15,15 2 0-15,11-2 0 0,18 5 0 0,18-8 0 0,8-1 0 0,38-11 0 0,-31 14 0 16,31-14 0-16,-21 23 0 15,9 4 0-15,8 7 0 16,4 7 0 0,4 19 0-16,6 24 0 15,0 33 0-15,9 26 0 16,2 12 0 0,2-14 0-16,0-8 0 15,2 3 0 1,4 8 0-1,4 13 0-15,0 1 0 16,1 13 0 0,-7 7 0-16,-11 10 0 15,-8 0 0-15,-8-2 0 16,-8-3 0 0,3-3 0-1,5-14 0-15,-4-9 0 0,2-8 0 16,2-2 0-1,-5-7 0 1,1-15 0-16,-1-13 0 16,3-14 0-16,4-18 0 15,0-13 0 1,-2-67 0-16,3 47 0 16,-3-47 0-1,0 0 0-15,11 40 0 16,-11-40 0-1,11 31 0-15,7-8 0 16,-18-23 0 0,22 21 0-16,4 3 0 15,5 5 0-15,1 0 0 16,3-2 0 0,2-6 0-16,7-5 0 15,19-1 0 1,31-12 0-16,61-8 0 15,49-8 0 1,4 9 0-16,-34 8 0 16,-33 15 0-1,-26 16 0-15,-44-3 0 16</inkml:trace>
  <inkml:trace contextRef="#ctx0" brushRef="#br0" timeOffset="124674.87">28214 5311 255 0,'0'0'0'0,"0"0"0"0,-9-5 0 0,-15-4 0 0,-10-1 0 0,-4 5 0 0,-18-3 0 0,-20 4 0 0,-23-1 0 15,-11 1 0-15,5 4 0 0,7-6 0 16,6-3 0 0,14 0 0-16,16 0 0 15,8 2 0 1,54 7 0-1,-50-4 0-15,50 4 0 16,0 0 0-16,0 0 0 16,-31 4 0-1,20 7 0-15,9 5 0 16,4 6 0-16,6 10 0 16,5 9 0-1,-1 19 0-15,1 19 0 16,4 30 0-1,-4 24 0-15,-1 3 0 16,-4-8 0-16,3-5 0 16,5-11 0-1,7-2 0-15,-4-5 0 16,4-9 0 0,-1 1 0-16,1-5 0 15,-3 6 0 1,-2-12 0-16,-3-8 0 15,-1-11 0 1,-3-11 0-16,2-3 0 16,-13-53 0-16,14 43 0 15,-14-43 0 1,0 0 0-16,11 42 0 16,-11-42 0-1,0 0 0-15,0 0 0 16,10 33 0-1,-10-33 0-15,0 0 0 16,0 0 0 0,10 32 0-16,-10-32 0 15,0 0 0 1,0 0 0-16,6 18 0 16,-6-18 0-16,0 0 0 15,0 0 0 1,5 10 0-16,-5-10 0 15,0 0 0 1,0 0 0-16,2 9 0 16,-2-9 0-1,0 0 0-15,0 0 0 16,0 6 0 0,0-6 0-16,0 0 0 15,0 0 0 1,2 4 0-16,-2-4 0 15,0 0 0-15,0 0 0 16,2 7 0 0,-2-7 0-1,0 0 0-15,0 0 0 16,0 2 0 0,0-2 0-16,0 0 0 15,0 8 0-15,0-8 0 16,-2 15 0-1,-2 7 0-15,-3 6 0 16,3 0 0 0,0 6 0-16,-2 6 0 15,2 12 0 1,-5 4 0-16,3 15 0 16,-3 17 0-16,-2 14 0 15,2-4 0 1,0-4 0-1,0 2 0-15,-2 2 0 16,0 1 0 0,-3 4 0-16,4 2 0 15,3 2 0-15,-6 6 0 16,5 1 0 0,4-3 0-16,-6-2 0 15,-7-1 0 1,3-5 0-16,5-4 0 15,1 2 0 1,1-6 0-16,0-1 0 16,0-2 0-1,-1-5 0-15,1-3 0 16,3-12 0-16,-1 0 0 16,-6-2 0-1,4-11 0-15,3-3 0 16,2-6 0-16,2-50 0 15,2 44 0 1,-2-44 0-16,4 43 0 16,-4-43 0-1,9 42 0-15,-9-42 0 16,6 40 0 0,-6-40 0-16,0 0 0 15,0 0 0-15,3 35 0 31,-3-35 0-31,0 0 0 0,0 0 0 16,2 24 0 0,-2-24 0-1,11 18 0-15,12-1 0 16,10-4 0-16,19 0 0 16,10-5 0-1,18-4 0-15,21-1 0 16,2 1 0-1,-33-1 0-15</inkml:trace>
  <inkml:trace contextRef="#ctx0" brushRef="#br0" timeOffset="125889.58">26890 11359 255 0,'0'0'0'15,"0"0"0"-15,0 0 0 0,0 0 0 0,0 0 0 0,0 0 0 0,0 0 0 0,0 0 0 16,0 0 0-16,0 0 0 16,0-2 0-16,0-9 0 15,-3 1 0 1,-10 4 0-16,-12 1 0 15,-2 2 0-15,-6-2 0 16,-3 5 0 0,-7 7 0-16,3 5 0 15,4 7 0 1,36-19 0-16,-27 25 0 16,11 10 0-1,10 3 0-15,8 2 0 16,6 3 0-16,4 6 0 15,7 0 0 1,2 7 0-16,6 16 0 16,4 18 0-1,-5 19 0-15,-6 9 0 16,-5 10 0 0,-8 6 0-1,-9-7 0-15,-3-12 0 16,3-26 0-16,6-21 0 15,1-22 0 1,9-16 0-16,3-11 0 16,5-8 0-16,9-4 0 15,10-7 0 1,-41 0 0-16,54-3 0 16,-7-2 0-1</inkml:trace>
  <inkml:trace contextRef="#ctx0" brushRef="#br0" timeOffset="139551.94">21876 11649 255 0,'10'-10'0'0,"7"-12"0"0,2 2 0 0,-1-1 0 0,-2 6 0 0,-1-2 0 0,-3 7 0 0,0 1 0 0,2 2 0 16,1 3 0-16,2 1 0 0,-5 6 0 0,2-2 0 0,1 6 0 0,-1 3 0 0,2 1 0 15,3 1 0-15,2 2 0 16,2 2 0-1,4 0 0-15,4 0 0 16,-31-16 0 0,43 13 0-16,12 0 0 15,10-3 0 1,4-9 0-16,-1-6 0 16,1-8 0-16,3-9 0 15,4-5 0 1,2-5 0-16,-6 3 0 15,-19 8 0 1</inkml:trace>
  <inkml:trace contextRef="#ctx0" brushRef="#br0" timeOffset="140065.85">24084 10985 255 0,'0'0'0'16,"0"0"0"-16,0 0 0 0,0 0 0 0,4 3 0 0,8 3 0 0,-4 8 0 0,-3 8 0 15,-3 1 0-15</inkml:trace>
  <inkml:trace contextRef="#ctx0" brushRef="#br0" timeOffset="140466.35">24415 10782 255 0,'0'0'0'0,"0"0"0"16,0 0 0-16,0 0 0 16,-14 14 0-1,-24 20 0-15,-20 19 0 16,-30 37 0-1,-32 38 0 1,-17 37 0-16,5 9 0 16,14 3 0-16,43-62 0 15</inkml:trace>
  <inkml:trace contextRef="#ctx0" brushRef="#br0" timeOffset="170701.85">18513 10442 255 0,'-35'18'0'16,"13"-4"0"-16,0-1 0 0,-3 2 0 0,-2-2 0 0,-2 0 0 0,0-2 0 0,0 2 0 0,-7 0 0 0,-4 2 0 0,-1 2 0 0,-1-3 0 0,0-1 0 0,-1-2 0 0,0 0 0 0,0-2 0 0,-3-3 0 16,-1 0 0-1,0-2 0-15,2-4 0 16,0-3 0 0,-4 2 0-16,0-5 0 15,-1 5 0-15,1 1 0 16,49 0 0-1,-53-3 0-15,53 3 0 16,-59-4 0 0,-1-3 0-1,60 7 0-15,0 0 0 16,-49-10 0-16,49 10 0 16,0 0 0-1,0 0 0-15,-36-11 0 16,36 11 0-1,0 0 0-15,0 0 0 16,-25-4 0-16,10 2 0 16</inkml:trace>
  <inkml:trace contextRef="#ctx0" brushRef="#br0" timeOffset="178356.18">17289 10567 255 0,'-15'-4'0'15,"-3"-1"0"-15,5 2 0 0,2 0 0 0,2 1 0 0,2 2 0 0,1-3 0 0,1 3 0 0,3 0 0 0,0 0 0 0,-1 0 0 16,3 0 0-16,-2 0 0 16,2 0 0-16,-2 3 0 15,2-1 0 1,0-2 0-1,0 3 0-15,0-1 0 16,0-1 0 0,2-1 0-16,-2 3 0 15,2-3 0-15,-2 2 0 16,0 0 0 0,3 0 0-16,-3 0 0 15,2 0 0-15,0-2 0 16,1 4 0-1,1-3 0 1,-2 2 0-16,2-2 0 16,-2-1 0-16,3 3 0 15,-3-1 0 1,-2 1 0-16,5-3 0 16,-3 2 0-1,3-2 0-15,-3 2 0 16,0-2 0-16,0 2 0 15,0-2 0 1,-2 0 0-16,0 3 0 16,2-3 0-1,-2 0 0-15,0 0 0 16,0 0 0 0,0 0 0-16,0 0 0 15,0 0 0 1,0 0 0-16,0 0 0 15,0 0 0 1,0 0 0-16,0 0 0 16,0 0 0-16,0 0 0 15,0 0 0 1,0 0 0-16,0 0 0 16,0 0 0-1,0 0 0-15,0 0 0 16,0 0 0-16,0 0 0 15,0 0 0 1,0 0 0-16,0 0 0 16,0-5 0-1,-4-2 0-15,-5 1 0 16</inkml:trace>
  <inkml:trace contextRef="#ctx0" brushRef="#br0" timeOffset="182524.67">17122 10608 255 0,'-5'-61'0'0,"1"6"0"0,2-16 0 0,-3-24 0 0,-4-14 0 0,5-2 0 0,6-9 0 0,-6 6 0 0,-5-2 0 0,-5-7 0 0,8-6 0 0,6-13 0 0,0-2 0 16,-5-10 0-1,-3 4 0-15,0-7 0 16,4 4 0-1,-5 3 0-15,5-3 0 16,-2 0 0 0,2-1 0-16,8 0 0 15,0 6 0 1,-4 2 0-16,2 1 0 16,2 3 0-16,1 16 0 15,5 3 0 1,0 15 0-16,-10 6 0 15,-4 11 0 1,-2 9 0-16,2 15 0 16,0 17 0-1,4 50 0-15,-2-48 0 16,2 48 0 0,0 0 0-16,4-39 0 15,18 14 0-15,3 16 0 16,2 4 0-1,7 5 0 1,4 7 0-16,18 2 0 16,6 4 0-16,10 0 0 15,1 3 0 1,0-2 0-16,-73-14 0 16,0 0 0-1,0 0 0-15,53 12 0 16</inkml:trace>
  <inkml:trace contextRef="#ctx0" brushRef="#br0" timeOffset="182773.46">17625 6308 255 0,'0'0'0'0,"0"0"0"15,0 0 0-15,0 0 0 0,0 0 0 0,16 4 0 16,12 13 0-16,-7 14 0 16,0 11 0-16,-3 2 0 15,-7 3 0 1,2-5 0-16,-13-42 0 16,0 0 0-1,16 42 0-15</inkml:trace>
  <inkml:trace contextRef="#ctx0" brushRef="#br0" timeOffset="183675.35">17650 6273 255 0,'0'0'0'0,"0"0"0"0,0 0 0 0,-18 0 0 15,-16-7 0-15,3 0 0 0,7 2 0 0,4-2 0 0,7 1 0 16,-1 1 0-1,6 1 0-15,5 6 0 16,12 7 0-16,4 4 0 16,9 1 0-1,7 5 0-15,5 4 0 16,15 4 0 0,14 6 0-16,8 4 0 15,2 0 0 1,0 5 0-16,-8-12 0 15,-13-1 0 1,-52-29 0-16,0 0 0 16,29 23 0-1,-25-3 0-15,-20-6 0 16,-13 3 0 0,-16 1 0-16,-17 8 0 15,-16 9 0 1,-12 11 0-16,-7 8 0 15,20-9 0-15</inkml:trace>
  <inkml:trace contextRef="#ctx0" brushRef="#br0" timeOffset="184900.12">16012 11247 255 0,'21'64'0'16,"0"0"0"-16,3 14 0 0,0 7 0 0,-7-13 0 0,-17-72 0 0,0 0 0 0,0 0 0 0,19 43 0 0,1-39 0 0,-5-22 0 0,3-11 0 0,2-12 0 0,4-10 0 0,4-3 0 15,1 5 0-15,5 14 0 16,-10 26 0-1,1 18 0 1,-6 15 0-16,2 14 0 16,2 16 0-16,-1 7 0 15,-2 3 0 1,-2-13 0-16,-3-11 0 16,-15-40 0-1,19 31 0-15,-19-31 0 16,22 17 0-1,-3-25 0-15,0-18 0 16,-3-25 0-16,6-48 0 16,3-51 0-1,0-16 0-15,-2 46 0 16,-23 120 0 0,0 0 0-16,0 0 0 15,21-60 0-15</inkml:trace>
  <inkml:trace contextRef="#ctx0" brushRef="#br0" timeOffset="185349.89">16957 11258 255 0,'0'0'0'0,"0"0"0"0,0 0 0 0,0 20 0 15,0 27 0-15,0 14 0 0,0 8 0 0,0 1 0 16,0-70 0-16,0 60 0 15,0-60 0 1,0 0 0-16,-5 43 0 16,-4-30 0-1,0-20 0-15,2-16 0 16,0-12 0-16,14-19 0 16,13-8 0-1,8-1 0-15,11 12 0 16,9 10 0-1,3 14 0-15,1 13 0 16,-3 10 0 0,-49 4 0-16,35 10 0 15</inkml:trace>
  <inkml:trace contextRef="#ctx0" brushRef="#br0" timeOffset="185806.57">17558 11215 255 0,'0'0'0'0,"0"0"0"15,0 0 0-15,0 0 0 16,-15 11 0-1,-18 20 0-15,-2 17 0 16,-1 22 0 0,5 19 0-1,12 1 0-15,11-27 0 16,8-63 0-16,8 32 0 16,5-22 0-1,3-20 0-15,-3-13 0 16,2-9 0-1,1-7 0-15,5-7 0 16,-6 10 0-16,-1 7 0 16,-5 15 0-1,2 14 0 1,3 16 0-16,-6 16 0 16,1 10 0-16,2 14 0 15,0 7 0 1,-11-63 0-16,0 0 0 15,0 51 0 1</inkml:trace>
  <inkml:trace contextRef="#ctx0" brushRef="#br0" timeOffset="186056.16">17800 11236 255 0,'0'0'0'15,"0"0"0"-15,0 0 0 0,4 30 0 0,5 32 0 0,-2 36 0 0,4 37 0 16,1 3 0-16,-5-17 0 16,-5-36 0-1,-4-29 0-15,-10-24 0 16,-1-26 0-16,1-4 0 15</inkml:trace>
  <inkml:trace contextRef="#ctx0" brushRef="#br0" timeOffset="186340.02">17656 11272 255 0,'0'0'0'0,"0"0"0"16,15-21 0-1,8-9 0 1,8-6 0-16,6 12 0 16,3 10 0-1,1 9 0-15,-5 9 0 16,-5 1 0-16,-13 6 0 16,-8 5 0-1,-7 7 0-15,-14 7 0 16,-9 7 0-1,-9 7 0-15,-4 1 0 16,-4-3 0-16,6-15 0 16,13-13 0-1</inkml:trace>
  <inkml:trace contextRef="#ctx0" brushRef="#br0" timeOffset="186634.34">18084 11138 255 0,'0'49'0'0,"0"28"0"16,0 18 0-1,0 13 0-15,5-4 0 16,2-10 0-1,-3-20 0-15,-4-74 0 16,0 0 0 0,-2 43 0-16,-5-39 0 15,0-17 0 1,3-14 0-16,0-16 0 16,-3-13 0-16</inkml:trace>
  <inkml:trace contextRef="#ctx0" brushRef="#br0" timeOffset="186934.92">17975 11131 255 0,'0'-8'0'16,"0"-9"0"-1,0-3 0-15,2 3 0 16,4-1 0 0,7-1 0-16,9 6 0 15,2 5 0 1,5 5 0-16,2 6 0 15,-2 5 0 1,0 5 0-16,-7 6 0 16,-3 1 0-16,-6 6 0 15,-8 3 0 1,-10 2 0-16,-6 4 0 16,-10-1 0-1,-8 0 0-15,1-2 0 16,-1-7 0-1,2-12 0-15,7-9 0 16</inkml:trace>
  <inkml:trace contextRef="#ctx0" brushRef="#br0" timeOffset="187325.1">18348 11108 255 0,'0'0'0'0,"0"0"0"0,0 0 0 16,13-12 0-16,11-20 0 0,-4-2 0 16,-9 5 0-16,-9 12 0 15,-9 4 0 1,-4 6 0-16,-4 8 0 16,-1 13 0-16,2 11 0 15,3 11 0 1,9 13 0-16,13-4 0 15,10-8 0 1,3-12 0-16,-6-13 0 16</inkml:trace>
  <inkml:trace contextRef="#ctx0" brushRef="#br0" timeOffset="187684.49">18666 10908 255 0,'0'0'0'0,"0"0"0"16,0 0 0-1,0 17 0-15,-7 23 0 16,-3 9 0-1,0-8 0-15,4-4 0 16,1-12 0 0,1-8 0-16,4-11 0 15,6-6 0-15,7-9 0 16,10-5 0 0,10 2 0-16,13-1 0 15,0 7 0 1,-1 6 0-16,-45 0 0 15,42 7 0 1</inkml:trace>
  <inkml:trace contextRef="#ctx0" brushRef="#br0" timeOffset="188366.8">16664 12071 255 0</inkml:trace>
  <inkml:trace contextRef="#ctx0" brushRef="#br0" timeOffset="189074.19">16585 12135 255 0,'-7'0'0'15,"7"0"0"-15,0-3 0 16,2-5 0 0,0-2 0-16,5-5 0 15,-4 2 0-15,0-2 0 16,-3-1 0-1,0 7 0-15,-3 0 0 16,-2 4 0 0,-2 12 0-16,3 15 0 15,-3 16 0 1,3 23 0-16,-1 22 0 16,8 31 0-1,7 22 0-15,4 3 0 16,-2-17 0-1,-5-14 0 1,1-5 0-16,2-11 0 16,-4-7 0-16,3-19 0 15,-9-66 0-15,0 0 0 16,0 37 0 0,-9-29 0-16,-2-21 0 15,-2-17 0 1,-6-10 0-1,-1-20 0-15,2-11 0 16,18 71 0-16,-17-79 0 16,17 79 0-1,0 0 0-15,0 0 0 16,0-71 0-16,19 17 0 16,3 16 0-1,8 7 0-15,2-1 0 16,-6 2 0-1,1-1 0-15,-6 5 0 16</inkml:trace>
  <inkml:trace contextRef="#ctx0" brushRef="#br0" timeOffset="189475.55">16955 12390 255 0,'0'0'0'0,"0"0"0"0,0 0 0 0,-3 24 0 15,-13 26 0-15,-4 19 0 0,2 20 0 0,9 3 0 16,9-92 0 0,2 65 0-16,10-36 0 15,-4-25 0 1,-1-16 0-16,2-16 0 15,0-7 0-15,7-15 0 16,0 3 0 0,-3 4 0-16,-3 12 0 15,-6 12 0 1,3 9 0-16,-1 13 0 16,0 14 0-1,2 17 0-15,0 7 0 16,9 10 0-1,2-2 0-15,-19-49 0 16,22 32 0 0,-6-17 0-16</inkml:trace>
  <inkml:trace contextRef="#ctx0" brushRef="#br0" timeOffset="189869.92">17191 12412 255 0,'0'0'0'0,"7"25"0"0,3 16 0 0,-2 3 0 0,-1 3 0 0,-1-2 0 0,-1-9 0 0,0-10 0 16,-3-11 0-1,-2-12 0-15,8-10 0 16,13-13 0-16,3-8 0 15,11-8 0 1,4 2 0-16,1 6 0 16,5 9 0-1,0 6 0-15,-45 13 0 16,45-5 0 0</inkml:trace>
  <inkml:trace contextRef="#ctx0" brushRef="#br0" timeOffset="190674.51">16580 13523 255 0,'0'0'0'0,"0"0"0"0,0 0 0 16,0 0 0-16,0 0 0 0,-13 0 0 0,-14-4 0 0,0 4 0 15,-2 4 0-15,2 14 0 16,2 10 0-16,-3 14 0 15,5 5 0 1,5 4 0-16,5 9 0 16,9 1 0-1,4-61 0 1,6 43 0-16,9-21 0 16,1-17 0-16,3-17 0 15,-1-8 0 1,0-7 0-16,4-5 0 15,2-2 0 1,-3 2 0-16,-4 9 0 16,-3 12 0-1,-1 13 0-15,-2 14 0 16,0 9 0-16,5 11 0 16,5 8 0-1,-21-44 0-15,0 0 0 16,22 34 0-1,-4-14 0-15</inkml:trace>
  <inkml:trace contextRef="#ctx0" brushRef="#br0" timeOffset="190918.25">17022 13112 255 0,'0'0'0'0,"-4"30"0"0,-8 24 0 0,-3 23 0 0,-3 30 0 16,0 25 0-16,1-8 0 0,9-42 0 15,8-82 0-15,0 0 0 16,-10 40 0-1</inkml:trace>
  <inkml:trace contextRef="#ctx0" brushRef="#br0" timeOffset="191156.04">17344 12925 255 0,'0'0'0'16,"0"0"0"0,-4 26 0-16,-7 27 0 15,-17 43 0-15,-13 46 0 16,-5 28 0 0,6-18 0-1,9-24 0-15,-6-32 0 16,9-40 0-16</inkml:trace>
  <inkml:trace contextRef="#ctx0" brushRef="#br0" timeOffset="191515.75">16400 14398 255 0,'0'0'0'0,"0"0"0"16,-6 18 0-16,-2 19 0 15,-3 26 0 1,1 19 0-16,4 32 0 16,1 17 0-1,1-4 0-15,-2-21 0 16,-10-33 0 0,16-73 0-16,-20 55 0 15</inkml:trace>
  <inkml:trace contextRef="#ctx0" brushRef="#br0" timeOffset="191932.43">16177 14340 255 0,'0'0'0'0,"25"-25"0"16,14-15 0-16,10-5 0 16,7 5 0-1,-2 15 0-15,-1 12 0 16,-1 9 0 0,-13 6 0-16,2 7 0 15,-4 8 0 1,-8 5 0-16,-12 8 0 15,-11-1 0 1,-12 4 0-16,-5 3 0 16,-9 9 0-16,-11-2 0 15,-4-6 0 1,-2-5 0-16,1-8 0 16,5-8 0-1,11-11 0 1,5-13 0-16,1-5 0 15,4-2 0-15</inkml:trace>
  <inkml:trace contextRef="#ctx0" brushRef="#br0" timeOffset="192387.02">16986 14105 255 0,'0'0'0'0,"0"0"0"16,0 0 0-16,0 0 0 0,0 0 0 0,0 0 0 0,-18 14 0 0,-18 17 0 0,-2 15 0 15,4 21 0 1,-2 14 0-16,10 6 0 16,26-87 0-1,-7 70 0-15,7-70 0 16,10 29 0-16,7-31 0 31,-1-19 0-31,1-10 0 0,6-14 0 16,1-2 0-16,-8 7 0 15,0 7 0 1,-6 10 0 0,2 12 0-16,2 14 0 15,-1 10 0-15,-1 9 0 32,1 7 0-32,-13-29 0 0,10 31 0 15</inkml:trace>
  <inkml:trace contextRef="#ctx0" brushRef="#br0" timeOffset="193033.68">17303 14141 255 0,'0'0'0'0,"0"0"0"0,0 0 0 0,0 0 0 0,0 0 0 0,0 0 0 16,-2 20 0-16,-12 22 0 15,-3 12 0-15,-1 4 0 16,5 0 0-16,13-58 0 15,0 0 0-15,0 0 0 16,-7 47 0 0,11-24 0-1,3-23 0-15,-1-12 0 16,3-8 0-16,5-5 0 16,-3 1 0-1,5 2 0 1,0 1 0-16,-2 7 0 15,3 4 0-15,1 8 0 16,2 10 0 0,2 9 0-16,1 7 0 15,-6 7 0 1,1 12 0-16,-4 6 0 16,-2 2 0-16,-8 5 0 15,-10 13 0 1,-18 8 0-16,-7 3 0 15,-13-6 0 1,-8-9 0-16,-4-14 0 16,-2-13 0-1,5-16 0-15,3-15 0 16,12-18 0 0,11-13 0-16,13-20 0 15,8-17 0 1,4-4 0-16</inkml:trace>
  <inkml:trace contextRef="#ctx0" brushRef="#br0" timeOffset="193449">17702 14159 255 0,'0'0'0'0,"15"-20"0"0,10-16 0 0,-3-6 0 0,-4-1 0 0,-7 0 0 0,-4 5 0 0,-5 10 0 15,-6 7 0-15,-7 8 0 16,-3 13 0-16,-1 13 0 16,-3 17 0-1,5 17 0-15,-3 21 0 16,3 19 0 0,13 11 0-16,15-5 0 15,5-26 0-15,3-34 0 16,-4-22 0-1,-3-17 0-15,-3-12 0 16,-2-5 0 0</inkml:trace>
  <inkml:trace contextRef="#ctx0" brushRef="#br0" timeOffset="193782.58">18026 13911 255 0,'0'0'0'16,"0"0"0"0,0 0 0-16,0 0 0 15,0 19 0 1,0 22 0-16,-6 3 0 16,-4 2 0-16,6-7 0 15,0-3 0 1,0-9 0-16,2-6 0 15,0-4 0 1,2-3 0-16,0-5 0 16,-2-3 0-1,2 1 0-15,-2-4 0 16,-2-3 0-16,1-3 0 16,1-4 0-1,-2-4 0-15,0 0 0 16</inkml:trace>
  <inkml:trace contextRef="#ctx0" brushRef="#br0" timeOffset="194250.18">18245 13765 255 0,'0'0'0'0,"0"0"0"0,0 0 0 0,-15 11 0 0,-20 18 0 0,-2 16 0 15,6 18 0-15,9 1 0 16,11-5 0-1,11-9 0-15,8-17 0 16,-8-33 0 0,23 20 0-16,-23-20 0 15,26 13 0 1,-26-13 0-16,0 0 0 16,0 0 0-1,29 16 0-15,-8 2 0 16,-14 5 0-16,-14 5 0 15,-10 1 0 1,-7 0 0 0,-14 2 0-16,-2-6 0 15,-4-11 0-15,-6-13 0 16,6-6 0 0</inkml:trace>
  <inkml:trace contextRef="#ctx0" brushRef="#br0" timeOffset="-177218.06">6324 6262 255 0,'0'0'0'16,"-7"0"0"-16,-6-6 0 0,0 0 0 0,5 6 0 0,1-3 0 0,3 3 0 0,0-2 0 0,1 2 0 0,0 0 0 0,1 2 0 0,2 1 0 0,-2-3 0 0,2 4 0 0,0-2 0 0,0-2 0 0,0 0 0 0,0 0 0 0,2 0 0 0,0 0 0 0,-2-2 0 0,3-2 0 0,-3 4 0 0,0 0 0 0,3 4 0 0,-1-2 0 0,0 8 0 0,0 5 0 0,3 4 0 0,-3 9 0 0,2 6 0 0,-2 2 0 15,0 11 0-15,-2 1 0 0,-2-2 0 0,2-46 0 0,2 42 0 0,-2-42 0 0,12 31 0 0,11-18 0 0,3-17 0 0,6-14 0 0,8-18 0 0,-2-2 0 16</inkml:trace>
  <inkml:trace contextRef="#ctx0" brushRef="#br0" timeOffset="-176424.42">6619 6093 255 0,'0'0'0'0,"0"0"0"0,0 0 0 0,0 0 0 0,0 0 0 0,4-2 0 16,7-6 0-16,-2 4 0 0,-2 8 0 0,-3 6 0 0,1 10 0 16,0 10 0-16,-3 5 0 15,1 12 0 1,1-2 0-16,5 1 0 16,-5-5 0-16,-4-41 0 15,0 0 0 1,0 0 0-16,7 36 0 15,-5-11 0 1</inkml:trace>
  <inkml:trace contextRef="#ctx0" brushRef="#br0" timeOffset="-176082.57">6536 6065 255 0,'0'0'0'16,"0"0"0"-16,0 0 0 15,0 0 0 1,4-12 0-16,15-13 0 16,10 7 0-1,6 6 0-15,11-1 0 16,-2 12 0-1,0 5 0-15,-3 6 0 16,-41-10 0-16,35 20 0 16,-9 3 0-1,-17-4 0 1,-14 4 0-16,-9-2 0 16,-8-1 0-1,-3 3 0-15,1-3 0 16,1-4 0-16</inkml:trace>
  <inkml:trace contextRef="#ctx0" brushRef="#br0" timeOffset="-174571.04">6453 6565 255 0,'0'0'0'0,"0"0"0"0,0 0 0 0,0 0 0 0,0 0 0 15,0 0 0-15,0 0 0 0,0 0 0 0,0 0 0 0,0 0 0 0,0 0 0 0,0 0 0 16,0 0 0-16,0 0 0 16,-3-3 0-1,-7-7 0-15,1 1 0 16,0 1 0 0,-2-1 0-16,2 6 0 15,0 0 0-15,4 1 0 16,-1-1 0-1,3 2 0 1,1-2 0-16,0 3 0 16,0 0 0-16,2-1 0 15,0-3 0 1,0 4 0 0,0-4 0-16,0 0 0 15,0-1 0-15,0 4 0 16,2 1 0-1,0 1 0-15,0 4 0 16,3 1 0 0,-3 0 0-16,0-1 0 15,1 4 0 1,1 0 0-16,-4-3 0 16,3 0 0-1,-3-2 0-15,0 1 0 16,-3-3 0-16,3-2 0 15,-2 0 0 1,0 0 0-16,-1-2 0 16,1 0 0-1,0-1 0-15,2 1 0 16,0 2 0 0,-2-2 0-16,2 0 0 15,0 2 0-15,0-3 0 16,0 3 0-1,0 0 0-15,2-1 0 16,-2 1 0 0,2-4 0-16,0 4 0 15,1 0 0 1,-3 0 0-16,0 0 0 16,2 0 0-16,-2 0 0 15,0 4 0 1,0 0 0-1,0-2 0-15,-2 2 0 16,2-1 0-16,0 1 0 16,-3-2 0-1,3-2 0-15,0 2 0 16,0-2 0 0,5 0 0-16,2-4 0 15,1 0 0 1,8-5 0-16,2 0 0 15,9-1 0 1,5 0 0-16,1-2 0 16,5 2 0-1,4-3 0-15,0 2 0 16,-42 11 0-16,0 0 0 16,37-12 0-1,-37 12 0-15,22-21 0 16,-22 21 0-16,9-20 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9:16:38.1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9843 2075 255 0,'7'-50'0'0,"-4"20"0"0,-1 4 0 0,0 6 0 0,0 5 0 0,-2 4 0 0,0 7 0 0,2 5 0 0,-4 11 0 0,-4 9 0 0,-2 9 0 0,-1 13 0 16,-2 22 0-1,-4 17 0-15,-8 27 0 16,-3 29 0 0,1 4 0-16,0-3 0 15,4-9 0 1,1-10 0-16,12-11 0 15,8-14 0-15,11-16 0 16,19-20 0 0,12-21 0-16,20-11 0 15,13-18 0 1,7-9 0-16,-10-9 0 16,-72 9 0-1,58-13 0-15,-20-2 0 16</inkml:trace>
  <inkml:trace contextRef="#ctx0" brushRef="#br0" timeOffset="638.19">10736 2928 255 0,'0'0'0'0,"0"0"0"0,0 0 0 0,0 0 0 0,-12-3 0 15,-15-6 0-15,-6 9 0 0,-2 6 0 0,-14 23 0 0,-7 31 0 16,-5 22 0-16,8 12 0 15,16-6 0 1,21-18 0-16,16-20 0 16,16-20 0-1,10-13 0-15,3-13 0 16,11-11 0 0,16-13 0-16,7-15 0 15,8-19 0 1,-7-12 0-16,-16 7 0 15,-19 9 0-15,-14 19 0 16,-8 14 0 0,-7 11 0-16,-7 16 0 15,-1 14 0 1,1 16 0-16,3 19 0 16,6 16 0-1,13 5 0-15,-15-80 0 16,25 68 0-16</inkml:trace>
  <inkml:trace contextRef="#ctx0" brushRef="#br0" timeOffset="1333.48">11371 3060 255 0,'0'0'0'0,"0"0"0"0,0 0 0 16,0 0 0-16,0 0 0 0,-8 14 0 0,-15 23 0 15,2 18 0 1,5 16 0-16,9 16 0 16,9-16 0-16,9-18 0 15,7-26 0 1,5-21 0-16,-2-18 0 16,4-9 0-1,0-13 0-15,11-13 0 31,4-8 0-31,-2 1 0 0,-10 10 0 16,-7 21 0-16,-5 13 0 16,1 16 0-1,0 9 0-15,0 14 0 16,6 9 0 0,10 18 0-1,12 14 0-15,11 16 0 16,4 10 0-16,-2-2 0 15,-4 1 0 1,-18-8 0-16,-16-9 0 16,-17-6 0-1,-12-8 0-15,-18-7 0 16,-23-4 0-16,-30-1 0 16,-26-10 0-1,-16-15 0-15,-12-19 0 16,17-30 0-16,28-22 0 15,23-19 0 1,31-12 0 0,28-13 0-16,27-5 0 15,27-9 0 1,0 13 0-16</inkml:trace>
  <inkml:trace contextRef="#ctx0" brushRef="#br0" timeOffset="1837.42">12558 3128 255 0,'-48'-11'0'0,"10"11"0"0,-13 13 0 0,0 20 0 0,-8 17 0 0,-1 24 0 0,6 16 0 0,25-1 0 15,21-11 0-15,21-16 0 16,16-16 0-16,16-23 0 16,7-17 0-1,23-25 0-15,5-21 0 16,8-25 0 0,-16-17 0-16,-26-12 0 15,-26 6 0 1,-20 6 0-16,-9 22 0 15,-11 21 0 1,-13 20 0-16,-14 19 0 16,-4 18 0-1,1 17 0-15,8 4 0 16,11-11 0-16</inkml:trace>
  <inkml:trace contextRef="#ctx0" brushRef="#br0" timeOffset="2300.32">13031 3096 255 0,'0'0'0'0,"0"0"0"15,0 0 0 1,-2 21 0-1,-13 26 0-15,-10 26 0 16,1 21 0-16,24-94 0 16,-16 94 0-1,23-31 0-15,12-38 0 16,10-25 0 0,3-15 0-16,2-10 0 15,7-11 0 1,3-6 0-16,1-4 0 15,-13 11 0-15,-13 10 0 16,-7 10 0 0,-3 12 0-16,-5 12 0 15,-4 13 0 1,0 17 0-16,-2 16 0 16,4 17 0-1,6 6 0-15,11-11 0 16,10-30 0-16,2-28 0 15,-4-23 0 1,-2-13 0-16,1-9 0 16</inkml:trace>
  <inkml:trace contextRef="#ctx0" brushRef="#br0" timeOffset="2934.37">14023 1939 255 0,'0'0'0'0,"0"0"0"0,0 0 0 0,0 0 0 16,0 26 0-16,-9 30 0 0,-11 36 0 0,-9 40 0 0,-8 21 0 16,6-6 0-16,10-14 0 15,0-13 0-15,1-9 0 16,3 3 0 0,-1 1 0-16,2-3 0 15,-2-4 0 1,-3-18 0-16,4-13 0 15,17-77 0 1,-14 57 0-16,14-57 0 16,0 0 0-16,0 0 0 15,-7 14 0 1,9-28 0 0,1-18 0-16,3-10 0 15,1-23 0-15,-2-20 0 16,-7-20 0-1,-17 1 0-15,-10 25 0 16,-4 29 0 0,2 29 0-16,0 17 0 15,5 17 0 1,7 6 0-16,7 14 0 16,10 2 0-1,18 0 0-15,19-6 0 16,22-13 0-16,27-10 0 15,29-12 0 1,10-14 0-16,-16-5 0 16,-33 6 0-1</inkml:trace>
  <inkml:trace contextRef="#ctx0" brushRef="#br0" timeOffset="3182.64">14473 3596 255 0</inkml:trace>
  <inkml:trace contextRef="#ctx0" brushRef="#br0" timeOffset="3661.48">15475 2037 255 0,'-15'55'0'16,"-10"-1"0"-16,-6 20 0 16,-11 26 0-1,-13 28 0-15,-5 4 0 16,9 0 0-16,3-6 0 16,5-2 0-1,8-8 0-15,6-9 0 16,0-8 0-16,7-17 0 15,3-9 0 1,4-8 0-16,15-65 0 16,-11 56 0-1,11-56 0-15,0 0 0 16,0 0 0 0,-9 53 0-16,9-53 0 15,0 0 0-15,0 0 0 16,-7 37 0-1,3-31 0 1,4-9 0-16</inkml:trace>
  <inkml:trace contextRef="#ctx0" brushRef="#br0" timeOffset="3945.66">14836 2981 255 0,'0'0'0'15,"35"4"0"-15,30 1 0 0,14 0 0 0,5-5 0 16,4 0 0-16,-28 4 0 0</inkml:trace>
  <inkml:trace contextRef="#ctx0" brushRef="#br0" timeOffset="4372.66">16182 2999 255 0,'0'0'0'16,"-36"5"0"-1,-37 4 0-15,-25 17 0 16,-6 11 0-16,18 4 0 15,22-1 0 1,64-40 0 0,-34 45 0-16,34-4 0 15,24-6 0-15,13-4 0 16,19 3 0 0,22 0 0-16,17 1 0 15,8-1 0-15,-16-3 0 16,-27-9 0-1,-60-22 0-15,30 17 0 16,-39-8 0 0,-26 4 0-16,-20-1 0 15,-51 12 0 1,-52 6 0-16,-3 7 0 16,44-9 0-1,117-28 0-15,-69 15 0 16</inkml:trace>
  <inkml:trace contextRef="#ctx0" brushRef="#br0" timeOffset="4664.38">16390 3589 255 0,'48'-34'0'0,"34"-22"0"0,28-13 0 0,31-12 0 0,20-7 0 0,-13 5 0 0,-41 12 0 16,-31 12 0-1,-26 10 0 1,-17 1 0-16,-15 9 0 16</inkml:trace>
  <inkml:trace contextRef="#ctx0" brushRef="#br0" timeOffset="4916.37">16632 3155 255 0,'25'30'0'0,"13"16"0"15,7 16 0 1,8 22 0-16,7 8 0 15,5 15 0 1,-8-23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9:16:54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9126 2948 255 0,'24'9'0'0,"-10"15"0"0,-5 20 0 0,-5 30 0 0,-4 40 0 0,-7 47 0 0,-4 25 0 16,2-19 0-16,7-28 0 16,0-32 0-1,0-22 0-15,2-24 0 31,0-61 0-31,-6 35 0 16,2-18 0-16</inkml:trace>
  <inkml:trace contextRef="#ctx0" brushRef="#br0" timeOffset="432.45">9002 2955 255 0,'0'0'0'16,"7"-30"0"-16,8-15 0 0,10 6 0 16,8-1 0-1,11 9 0 1,22 6 0-16,17 12 0 15,15 9 0 1,14 15 0-16,-5 14 0 16,-7 10 0-1,-25 4 0-15,-17-2 0 16,-24 2 0 0,-13-4 0-16,-21 6 0 15,-21 2 0-15,-28 7 0 16,-34 8 0-1,-40 12 0-15,-23 3 0 16,13-14 0-16,36-24 0 16,97-35 0-1,-49 8 0 1,38-20 0-16,13 1 0 16</inkml:trace>
  <inkml:trace contextRef="#ctx0" brushRef="#br0" timeOffset="1034.06">10587 2939 255 0,'0'0'0'0,"0"0"0"0,0 0 0 0,4-17 0 0,5-18 0 0,-3-6 0 0,-1 4 0 16,-5 5 0-16,-5 8 0 15,-12 6 0 1,-13 6 0 0,-8 9 0-16,-13 9 0 15,-3 16 0-15,-11 17 0 16,-6 18 0 0,7 15 0-1,15-5 0-15,27-9 0 0,11-10 0 16,17-13 0-1,17-10 0-15,10-17 0 16,6-8 0 0,19-12 0-16,14-16 0 15,6-4 0 1,-14 2 0-16,-18 8 0 16,-22 16 0-1,-12 12 0-15,-10 13 0 16,-4 12 0-1,-2 11 0-15,-1 14 0 16,7-3 0 0,11-13 0-16,12-27 0 15,-6-11 0-15</inkml:trace>
  <inkml:trace contextRef="#ctx0" brushRef="#br0" timeOffset="1681.67">11323 2799 255 0,'0'0'0'0,"0"0"0"0,0 0 0 0,0 0 0 15,-10-1 0-15,-13-9 0 0,-17 10 0 16,-16 13 0-16,-15 27 0 16,-12 25 0-16,8 24 0 15,20-6 0 1,28-8 0-16,21-21 0 16,17-24 0-1,11-18 0-15,14-16 0 16,12-18 0-1,5-12 0-15,8-10 0 16,6-6 0 0,-9 7 0-16,-11 18 0 15,-14 18 0-15,-8 14 0 16,-3 12 0 0,1 11 0-1,6 19 0-15,4 15 0 16,4 11 0-16,2 6 0 15,1 11 0-15,-9-9 0 16,-10-14 0 0,-11-2 0-1,-12-14 0-15,-13-3 0 16,-16-13 0-16,-20-6 0 16,-30-1 0-1,-26-8 0-15,-29-10 0 16,0-24 0-1,37-17 0-15,44-11 0 16,36-11 0 0,21-10 0-16,32-12 0 15,24-20 0 1,2 9 0-16</inkml:trace>
  <inkml:trace contextRef="#ctx0" brushRef="#br0" timeOffset="2014.73">11575 3089 255 0,'81'-16'0'0,"-1"-14"0"16,21-14 0-16,4-16 0 0,-27 6 0 0,-33 4 0 0,-29 14 0 16,-21 12 0-1,-10 11 0-15,-12 10 0 16,-18 16 0-16,-20 31 0 16,-22 38 0-1,2 43 0-15,29 15 0 16,48-34 0-1,47-44 0-15,38-40 0 16,28-34 0 0,-6-13 0-16</inkml:trace>
  <inkml:trace contextRef="#ctx0" brushRef="#br0" timeOffset="2541">12531 3227 255 0,'0'0'0'0,"0"0"0"0,0 0 0 0,0 0 0 0,4-20 0 0,9-17 0 0</inkml:trace>
  <inkml:trace contextRef="#ctx0" brushRef="#br0" timeOffset="3015.11">13394 1752 255 0,'0'0'0'0,"0"0"0"16,0 0 0-16,0 0 0 15,0 26 0 1,0 29 0-16,-11 38 0 16,-18 38 0-1,-18 22 0-15,-9 7 0 16,-1-12 0-1,11-21 0-15,9-15 0 16,8-20 0 0,10-11 0-16,11-12 0 15,12-16 0 1,14-6 0 0,11-11 0-16,11-16 0 15,16-7 0-15,18-11 0 16,6-9 0-16,1-15 0 15,-15-3 0 1,-18-13 0-16,-18 6 0 16</inkml:trace>
  <inkml:trace contextRef="#ctx0" brushRef="#br0" timeOffset="3253.62">12911 2567 255 0,'0'0'0'0,"0"0"0"0,27-1 0 0,22-3 0 16,21 1 0-1,15 0 0-15,13 1 0 16,-11 0 0 0</inkml:trace>
  <inkml:trace contextRef="#ctx0" brushRef="#br0" timeOffset="3697.11">14290 2530 255 0,'-37'0'0'0,"-14"6"0"15,3 12 0 1,7 4 0-16,4 5 0 15,8 2 0-15,19-2 0 16,14-6 0 0,13-2 0-16,17-2 0 15,24 2 0 1,8-1 0 0,-2-1 0-16,-17 0 0 15,-20-5 0-15,-22 2 0 16,-20 0 0-16,-26 3 0 15,-35 13 0 1,-36 8 0-16,-18 8 0 16,25-13 0-1,105-33 0-15,-56 9 0 16,52-22 0 0,13 0 0-16</inkml:trace>
  <inkml:trace contextRef="#ctx0" brushRef="#br0" timeOffset="4082.39">14591 2955 255 0,'0'0'0'0,"0"0"0"0,23-21 0 0,24-17 0 0,38-25 0 16,51-31 0-16,35-18 0 0,-21 17 0 0,-46 19 0 16,-38 13 0-16,-33 12 0 15,-17 12 0-15</inkml:trace>
  <inkml:trace contextRef="#ctx0" brushRef="#br0" timeOffset="4329.93">14773 2532 255 0,'0'0'0'16,"23"34"0"0,21 25 0-16,14 28 0 15,9 24 0 1,-4 14 0-16,-9-9 0 16,-21-39 0-1</inkml:trace>
  <inkml:trace contextRef="#ctx0" brushRef="#br0" timeOffset="15807.19">13847 10018 255 0,'71'7'0'0,"-15"-3"0"0,9-2 0 0,7 2 0 0,2 3 0 0,10 0 0 0,-1-2 0 0,0-1 0 16,-3-2 0-16,5-2 0 16,1 0 0-1,-1-2 0 1,-1 2 0-16,1-3 0 15,1 2 0-15,-3 1 0 16,-5 0 0 0,0 1 0-16,-3 2 0 15,-5-3 0 1,-10 2 0-16,-4-2 0 16,-1 3 0-1,-55-3 0-15,51 0 0 16,-51 0 0-16,46 2 0 15,-46-2 0 1,0 0 0-16,0 0 0 16,39 2 0-1,-39-2 0-15,0 0 0 16,0 0 0-16,27 0 0 16,-27 0 0-1,0 0 0-15,0 0 0 16,12 2 0-1,-12-2 0 1,0 0 0-16,0 0 0 16,6 0 0-16,-6 0 0 15,0 0 0 1,0 0 0-16</inkml:trace>
  <inkml:trace contextRef="#ctx0" brushRef="#br0" timeOffset="18298.61">15449 10167 255 0,'0'56'0'0,"4"-6"0"0,3 1 0 0,5-2 0 15,9 3 0-15,4 3 0 0,11 4 0 0,6-6 0 0,5-5 0 16,7-2 0-16,9-3 0 16,10 4 0-16,13-2 0 15,11-6 0 1,4-3 0-16,0-9 0 16,9-1 0-1,13 0 0-15,15-4 0 16,-1-8 0-16,2-6 0 15,2-1 0 1,9-5 0 0,11-2 0-16,2-2 0 15,11-7 0 63,3-9 0-31,-4-6 0-15,-2-2 0-17,7-2 0 48,5-10 0-32,0-2 0 0,6-5 0-31,-3 0 0 31,8-2 0 16,1-2 0-47,-2 0 0 16,-4-1 0 0,-7-1 0-1,1-7 0 1,-4-5 0-16,-5-7 0 0,-1 0 0 0,-12-9 0 15,-9-5 0-15,1-9 0 0,-6-11 0 0,3-17 0 0,-7-5 0 0,-8-6 0 0,-5-6 0 16,-10 0 0-16,-5-1 0 0,-15 9 0 0,-10 22 0 0,-5 20 0 0,-3 14 0 0,9 8 0 0,2 15 0 16,0 14 0-16,13 0 0 0,18 6 0 0,10 0 0 0,-1 1 0 0,2 6 0 0,3 6 0 0,-2 7 0 0,-3 4 0 0,-3 2 0 15,-11-1 0-15,-39-3 0 0</inkml:trace>
  <inkml:trace contextRef="#ctx0" brushRef="#br0" timeOffset="19362.28">25919 7370 255 0,'0'0'0'0,"-23"-5"0"0,-12-6 0 0,-7 3 0 16,-2 3 0 0,-8 18 0-16,-8 21 0 15,-14 24 0 1,-24 42 0-16,2 37 0 16,22 11 0-16,31-18 0 15,31-37 0-15,17-30 0 16,11-29 0-1,11-22 0-15,2-22 0 16,7-18 0 0,17-28 0-16,19-35 0 15,7-34 0 1,-5-4 0-16,-21 26 0 16,-22 34 0-16,-13 28 0 15,-11 18 0 1,-3 14 0-16,1 5 0 15,-1 11 0 1,5 8 0-16,7 15 0 16,-1 12 0-1,13 22 0-15,3 27 0 16,4 38 0 0,6 22 0-16,-1 6 0 15,-2-7 0 1,-2-7 0-16,-7-11 0 15,-5-8 0 1,-8-7 0-16,-9-5 0 16,-9 4 0-1,-7-5 0-15,-13-3 0 16,-16-8 0 0,-7-14 0-16,-4-17 0 15,-11-20 0 1,-17-23 0-16,-8-15 0 15,-9-20 0-15,-17-22 0 16,-13-19 0 0,0-17 0-1,17 3 0-15,26 8 0 0,17 1 0 16,28-4 0 0,28-7 0-16,24-18 0 15,9-3 0 1</inkml:trace>
  <inkml:trace contextRef="#ctx0" brushRef="#br0" timeOffset="20434.68">26713 7497 255 0,'-33'-44'0'0,"2"15"0"0,-4 9 0 0,-9 11 0 0,-7 11 0 0,-6 18 0 0,-12 22 0 16,-13 30 0-1,3 33 0-15,23 18 0 16,33-10 0-16,29-22 0 15,20-22 0-15,3-18 0 16,6-17 0 0,4-17 0-16,0-12 0 15,6-14 0 1,3-14 0-16,0-15 0 16,8-22 0-1,5-15 0-15,3-21 0 16,-8-14 0-16,-8 1 0 15,-12 19 0 1,-14 28 0-16,-11 26 0 16,-7 17 0-1,-1 15 0-15,-3 13 0 16,-3 9 0 0,-1 15 0-16,-2 18 0 15,-2 19 0 1,2 31 0-16,6 17 0 15,14-4 0 1,5-15 0-16,10-30 0 16,5-20 0-16,5-27 0 15,-4-26 0 1,-8-10 0-16</inkml:trace>
  <inkml:trace contextRef="#ctx0" brushRef="#br0" timeOffset="21154.35">27341 7435 255 0,'0'67'0'15,"-4"-2"0"-15,0 14 0 0,1 9 0 0,3-88 0 0,0 0 0 0,0 0 0 16,-3 79 0-16,3-79 0 0,3 38 0 16,8-40 0-1,7-20 0-15,2-12 0 16,13-20 0-16,15-11 0 16,5-3 0-16,-10 14 0 15,-16 22 0 1,-7 21 0-1,-12 13 0 1,-6 16 0-16,-7 16 0 16,-4 9 0-16,-9 12 0 15,-1 8 0 1,19-63 0-16,0 0 0 16,-10 58 0-16,10-58 0 15,6 31 0 1,11-42 0-1,9-16 0-15,12-27 0 16,7-15 0-16,-45 69 0 16,0 0 0-1,46-71 0-15,-46 71 0 16,36-37 0-16,-20 56 0 16,-13 16 0-1,-8 21 0-15,3 18 0 16,2 13 0-1,13-9 0-15,-13-78 0 16,29 47 0 0,10-39 0-16,-14-12 0 15</inkml:trace>
  <inkml:trace contextRef="#ctx0" brushRef="#br0" timeOffset="21698.02">28193 7659 255 0,'35'-5'0'0,"-18"1"0"0,-3-4 0 0,-3 2 0 0,-1-5 0 0,4-3 0 0,-2-3 0 0,-1-3 0 15,-4 2 0-15,-7 0 0 0,-7 0 0 16,-11 7 0 0,-7 11 0-16,-6 11 0 15,-2 11 0 1,-5 22 0-16,0 22 0 15,8 14 0 1,19 1 0-16,17-14 0 16,24-25 0-1,15-20 0-15,9-22 0 16,14-17 0-16,-6-6 0 16</inkml:trace>
  <inkml:trace contextRef="#ctx0" brushRef="#br0" timeOffset="22193.85">29822 6426 255 0,'0'0'0'16,"0"0"0"-16,6-4 0 0,-4 0 0 0,0 1 0 0,-22 29 0 0,-38 35 0 15,-55 72 0 1,-63 86 0-16,-12 29 0 0,40-29 0 16,31-38 0-1,26-20 0-15,24-17 0 16,27-51 0 0</inkml:trace>
  <inkml:trace contextRef="#ctx0" brushRef="#br0" timeOffset="22838.86">30606 6802 255 0,'0'0'0'0,"0"0"0"0,0 0 0 15,-12-17 0 1,-17-20 0-16,-15-5 0 15,-14-5 0 1,-14-8 0-16,0 0 0 16,19 6 0-16,53 49 0 15,-38-35 0 1,38 35 0 0,-25-20 0-16,7 21 0 15,3 18 0-15,-3 14 0 16,-9 29 0-1,-9 30 0-15,-20 49 0 16,-11 33 0 0,5-2 0-16,5-9 0 15,19-21 0 1,16-19 0-16,5-18 0 16,11-20 0-1,12-14 0-15,4-13 0 16,5-13 0-16,6-13 0 15,6-10 0 1,0-9 0 0,2-7 0-16,16-10 0 15,15-14 0-15,19-11 0 16,14-15 0 0,0-12 0-16,-20-2 0 15,-24 14 0 1</inkml:trace>
  <inkml:trace contextRef="#ctx0" brushRef="#br0" timeOffset="23124.68">30946 7363 255 0,'-9'69'0'0,"0"-17"0"0,-4 6 0 0,13-58 0 16,-19 54 0-16</inkml:trace>
  <inkml:trace contextRef="#ctx0" brushRef="#br0" timeOffset="23255.28">31009 6845 255 0,'0'0'0'0,"0"0"0"15,0 0 0-15,0 0 0 16</inkml:trace>
  <inkml:trace contextRef="#ctx0" brushRef="#br0" timeOffset="23840.43">31395 7052 255 0,'0'0'0'0,"-15"31"0"16,-16 15 0 0,-10 28 0-16,-6 25 0 15,3 21 0 1,15-11 0-16,15-31 0 31,14-78 0-31,2 47 0 0,12-25 0 16,1-22 0-1,4-13 0-15,5-16 0 16,14-22 0-16,11-25 0 16,17-38 0-1,2-22 0-15,-6-2 0 16,-18 7 0-1,-13 9 0-15,-11 16 0 16,-16 3 0 0,-4 19 0-16,-6 15 0 15,-6 25 0 1,12 44 0-16,-17-27 0 16,-1 25 0-16,-4 18 0 15,-2 20 0 1,-5 31 0-16,-8 41 0 15,4 45 0 1,12 22 0-16,17-10 0 16,13-16 0-1,15-24 0-15,10-31 0 16,0-26 0-16,8-19 0 16,-3-28 0-1,0-26 0-15,-8-3 0 16</inkml:trace>
  <inkml:trace contextRef="#ctx0" brushRef="#br0" timeOffset="24407.53">32119 6300 255 0,'64'-23'0'0,"-11"5"0"0,-1 2 0 16,-5 5 0-16,-11 6 0 0,-4 7 0 0,-12 12 0 0,-5 9 0 0,-5 14 0 0,-4 28 0 16,-6 29 0-1,-4 40 0-15,4 21 0 16,4 0 0-1,3-21 0-15,2-13 0 16,4-15 0-16,-2-6 0 16,0-16 0-1,1-14 0 1,1-10 0-16,1-14 0 16,-14-46 0-16,0 0 0 15,0 0 0 1,2 34 0-16,-16-18 0 15,-10-10 0 1,-19-3 0-16,-28 6 0 16,-43 7 0-1,-18 11 0-15</inkml:trace>
  <inkml:trace contextRef="#ctx0" brushRef="#br0" timeOffset="31321.21">22404 3681 255 0,'-59'19'0'0,"8"12"0"0,-6 12 0 0,5 10 0 0,13 2 0 16,14-2 0-16,19-1 0 16,14-10 0-16,15-7 0 15,10 3 0 1,16-1 0-16,19 5 0 15,12 4 0 1,15 2 0-16,-16-2 0 16,-12-6 0-1,-15-5 0-15,-52-35 0 16,27 34 0-16,-27-1 0 16,-16-6 0-1,-12-7 0-15,-20 4 0 16,-21 4 0-1,-35-2 0-15,-13-1 0 16,-4-9 0 0,15-9 0-16,28-12 0 15,78 5 0 1,-49-18 0-16,27-10 0 16,9-3 0-16</inkml:trace>
  <inkml:trace contextRef="#ctx0" brushRef="#br0" timeOffset="31746.62">22864 4211 255 0,'0'0'0'0,"0"0"0"0,0 0 0 0,0 0 0 0,24 0 0 16,26-2 0-16,11-17 0 16,1-12 0-1,-6-4 0-15,-25-2 0 16,-19 10 0-1,-18 9 0-15,-16 13 0 16,-9 9 0-16,-9 13 0 16,-14 28 0-1,-5 27 0-15,6 41 0 16,27 16 0 0,37-25 0-16,28-45 0 15,22-33 0 1,18-28 0-16,16-31 0 15,-14-8 0 1</inkml:trace>
  <inkml:trace contextRef="#ctx0" brushRef="#br0" timeOffset="32152.46">23704 4139 255 0,'0'0'0'0,"0"0"0"16,0 0 0-16,4 28 0 15,5 22 0 1,-3 17 0-16,-4 12 0 15,-6 6 0 1,-7-16 0-16,11-69 0 16,0 0 0-1,-16 46 0-15,16-46 0 16,-16 19 0 0,10-28 0-16,6-14 0 15,6-16 0-15,24-20 0 16,30-17 0-1,38-22 0-15,19 1 0 16,-3 23 0 0,-25 27 0-16,-35 25 0 15</inkml:trace>
  <inkml:trace contextRef="#ctx0" brushRef="#br0" timeOffset="32579.71">24495 3958 255 0,'0'0'0'0,"0"0"0"0,0 24 0 0,0 26 0 0,5 20 0 16,-1 15 0-1,3 7 0-15,1-2 0 16,-8-90 0-16,5 70 0 16,-5-70 0-1,0 0 0-15,0 0 0 16,11 40 0-1,4-33 0-15,6-27 0 16,4-21 0 0,17-28 0-16,23-35 0 15,18-23 0 1,-1 8 0-16,-26 32 0 16,-30 34 0-16,-18 19 0 15</inkml:trace>
  <inkml:trace contextRef="#ctx0" brushRef="#br0" timeOffset="32945.53">25070 4111 255 0,'0'0'0'0,"24"-17"0"16,13-10 0 0,0-3 0-1,-1-4 0-15,-11 3 0 16,-11-1 0-16,-17 11 0 16,-8 6 0-1,-12 6 0-15,-5 14 0 16,-6 12 0-1,-11 24 0-15,3 30 0 16,3 27 0-16,22 10 0 16,26-22 0-1,28-34 0-15,15-29 0 16,-4-16 0 0</inkml:trace>
  <inkml:trace contextRef="#ctx0" brushRef="#br0" timeOffset="33332.32">25583 4064 255 0,'0'0'0'15,"-2"34"0"-15,-4 22 0 16,2 17 0 0,-5 13 0-16,9-86 0 15,-6 81 0 1,6-81 0-16,0 0 0 16,-12 48 0-1,1-36 0-15,7-18 0 16,2-12 0-16,8-14 0 15,15-9 0 1,23-10 0-16,29-15 0 16,44-11 0-1,33 10 0-15,0 26 0 16,-33 28 0 0,-40 21 0-16,-77-8 0 15,48 19 0-15</inkml:trace>
  <inkml:trace contextRef="#ctx0" brushRef="#br0" timeOffset="34290.87">25195 4749 255 0,'0'0'0'0,"0"0"0"0,0 0 0 0,-22 0 0 0,-29 0 0 15,-28 21 0-15,-27 36 0 31,-16 38 0-31,10 29 0 0,29 6 0 16,40-9 0 0,30-15 0-16,20-31 0 15,23-19 0 1,12-18 0-16,22-15 0 16,22-19 0-16,14-18 0 15,17-18 0 1,2-18 0-16,10-8 0 15,-15 2 0 1,-22 4 0-16,-21 10 0 16,-8 4 0-1,-15 4 0-15,-48 34 0 16,29-31 0 0,-29 31 0-16,0 0 0 15,9-33 0-15,-18 10 0 16,-9 14 0-1,-12 9 0-15,-6 11 0 16,-13 12 0 0,-6 15 0-1,-2 18 0-15,14 13 0 16,14 11 0-16,17-4 0 16,14-11 0-16,16-13 0 15,11-14 0 1,13-20 0-1,5-16 0-15,9-18 0 16,13-18 0-16,8-18 0 16,1-19 0-1,-23 1 0-15,-23-3 0 16,-20 7 0 0,-26 2 0-16,-23 4 0 15,-16 14 0 1,-12 14 0-16,-11 20 0 15,-2 17 0 1,7 16 0-16,71-21 0 16,-59 22 0-1</inkml:trace>
  <inkml:trace contextRef="#ctx0" brushRef="#br0" timeOffset="34873.71">26088 5005 255 0,'0'65'0'0,"0"-6"0"0,0 16 0 0,4 1 0 0,-4-76 0 0,0 0 0 0,10 56 0 16,9-43 0-1,4-25 0 1,-1-12 0-16,3-5 0 15,6-7 0 1,-2 6 0-16,-4 11 0 16,-7 12 0-16,-5 14 0 15,-9 15 0 1,-4 17 0-16,-6 14 0 16,6-53 0-16,0 0 0 15,0 0 0 1,2 44 0-16,16-34 0 15,5-22 0 1,4-7 0-16,-27 19 0 16,29-23 0-1,2 7 0-15,-11 14 0 16,-4 18 0 0,-5 10 0-16,-2 13 0 15,4 12 0 1,-13-51 0-16,18 29 0 15,3-26 0 1,2-13 0-16</inkml:trace>
  <inkml:trace contextRef="#ctx0" brushRef="#br0" timeOffset="35397.89">26937 5120 255 0,'0'0'0'0,"0"25"0"0,0 22 0 0,0 16 0 0,0 29 0 16,0 35 0 0,-2 4 0-16,2-131 0 15,-16 90 0 1,-7-56 0-16,3-32 0 16,4-16 0-16,3-10 0 15,-1-10 0 1,-6-16 0-16,-2-21 0 15,-7-19 0 1,-2-16 0-16,1 7 0 16,12 10 0-1,7 9 0-15,11 10 0 16,8 14 0 0,15 2 0-16,11 8 0 15,20 11 0 1,15 12 0-16,16 18 0 15,0 16 0 1,-6 14 0-16,-19 11 0 16,-21-1 0-1,-14 8 0-15,-16 3 0 16,-18-7 0-16,-10 8 0 16,-15 0 0-16,-13 3 0 15,-6-5 0 1,1-15 0-1,5-12 0 1,11-20 0-16,16-14 0 0,16-10 0 16,6 3 0-1</inkml:trace>
  <inkml:trace contextRef="#ctx0" brushRef="#br0" timeOffset="35812.55">27542 4838 255 0,'-62'49'0'0,"9"14"0"0,3 27 0 0,17 8 0 0,19-19 0 0,21-26 0 16,10-21 0 0,12-23 0-16,2-14 0 15,4-14 0-15,14-13 0 16,9-19 0 0,5-19 0-16,-9-9 0 15,-33 8 0 1,-31 9 0-16,-26 13 0 15,-21 14 0 1,-16 27 0-16,-14 21 0 16,2 28 0-1,12 9 0-15,73-50 0 16,-40 34 0-16,29-16 0 16</inkml:trace>
  <inkml:trace contextRef="#ctx0" brushRef="#br0" timeOffset="36265.35">27970 4759 255 0,'0'0'0'0,"0"0"0"15,-4 28 0 1,-5 23 0 0,-8 24 0-16,-2 17 0 15,19-92 0 1,-18 97 0 0,18-97 0-16,-5 57 0 0,14-44 0 15,11-26 0 1,6-14 0-16,7-9 0 15,5-5 0 1,-1 4 0-16,-5 5 0 16,-8 22 0-16,-12 15 0 15,-12 13 0 1,-5 17 0-16,-6 7 0 16,2 11 0-1,9-53 0-15,-3 52 0 16,13-20 0-1,10-28 0 1,5-12 0-16,2-4 0 16</inkml:trace>
  <inkml:trace contextRef="#ctx0" brushRef="#br0" timeOffset="36592.12">28519 5018 255 0,'0'0'0'0,"0"0"0"16,0 0 0-16,0 0 0 16,0 0 0-1,18-9 0-15,15-16 0 16,-4-6 0 0,-12 3 0-16,-10 2 0 15,-12 5 0-15,-10 6 0 16,-9 13 0-1,-7 11 0 1,-3 15 0-16,-4 24 0 16,4 14 0-16,16 10 0 15,18-7 0 1,18-21 0-16,20-20 0 16,11-20 0-1,3-15 0-15,-8-6 0 16</inkml:trace>
  <inkml:trace contextRef="#ctx0" brushRef="#br0" timeOffset="37011.92">28990 4805 255 0,'0'0'0'0,"0"0"0"0,-2 25 0 0,-1 19 0 15,-3 12 0-15,-1 3 0 0,1-8 0 16,6-20 0-1,4-15 0-15,5-16 0 16,11-7 0 0,10-3 0-16,1-5 0 15,-2 5 0 1,-3 5 0-16,1 14 0 16,-9 12 0-1,-5 12 0-15,-1 18 0 16,-12-51 0-16,0 0 0 15,16 41 0-15,7-34 0 16,-6-14 0 0</inkml:trace>
  <inkml:trace contextRef="#ctx0" brushRef="#br0" timeOffset="37425.58">29793 3759 255 0,'0'0'0'0,"0"0"0"15,-4 28 0 1,-5 28 0-16,-9 39 0 15,-8 44 0 1,-9 24 0 0,2 0 0-16,6-18 0 15,10-19 0-15,6-21 0 16,1-25 0 0,4-13 0-16,6-67 0 15,0 0 0 1,0 0 0-16,-2 41 0 15,2-27 0 1,0-22 0-16,0-12 0 16,-5-13 0-1,-1-9 0-15,-4-15 0 16,0-1 0-16</inkml:trace>
  <inkml:trace contextRef="#ctx0" brushRef="#br0" timeOffset="37592.44">29401 4641 255 0,'0'0'0'0,"25"3"0"15,27 2 0 1,25-4 0-16,43 2 0 16,52-1 0-16,20-4 0 31,-59-5 0-31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9:32:48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23240 8492 255 0,'-36'-23'0'0,"14"7"0"0,-3 2 0 0,-2 2 0 0,-4 7 0 0,-5 5 0 0,-13 10 0 0,-3 12 0 0,-13 14 0 0,-10 25 0 0,1 17 0 15,11 7 0 1,16 0 0-16,17-5 0 16,19-10 0-1,11-16 0-15,18-8 0 16,7-7 0 0,4-16 0-16,9-10 0 15,9-16 0 1,8-13 0-16,5-20 0 15,0-9 0 1,3-12 0-16,0-10 0 16,-9-3 0-16,-11 14 0 15,-11 9 0 1,-5 5 0-16,-10 15 0 16,-7 11 0-1,-6 6 0-15,1 4 0 16,-1 9 0-1,0 7 0-15,1 5 0 16,1 16 0 0,1 11 0-16,2 19 0 15,9 13 0 1,8 20 0-16,4 8 0 16,1-10 0-16,0-10 0 15,-6-8 0 1,-9-2 0-1,-5-2 0-15,-7-11 0 16,-8 5 0-16,-13-2 0 16,-14-2 0-1,-15 1 0-15,-21-2 0 16,-16-7 0-16,-7-17 0 16,-3-19 0-1,-4-20 0-15,6-18 0 16,7-10 0-1,24-5 0-15,23-5 0 16,24-15 0 0,26-9 0-16,9 4 0 15</inkml:trace>
  <inkml:trace contextRef="#ctx0" brushRef="#br0" timeOffset="680.1">24303 8474 255 0,'-52'-10'0'0,"-4"5"0"0,-13 11 0 0,-12 19 0 0,-10 24 0 0,-6 28 0 0,17 11 0 16,17 11 0-1,23-5 0-15,24-15 0 16,16-19 0-16,8-15 0 16,13-15 0-16,6-8 0 15,5-13 0 1,1-14 0-16,7-14 0 15,16-14 0 1,11-17 0-16,9-28 0 16,10-15 0-1,-13-8 0-15,-23 21 0 16,-16 21 0 0,-17 21 0-16,-8 21 0 15,-9 12 0 1,-7 12 0-16,-6 15 0 15,-5 21 0 1,-4 28 0-16,-3 37 0 16,6 24 0-16,22-19 0 15,17-36 0 1,8-38 0-16,1-25 0 16,-10-14 0-16</inkml:trace>
  <inkml:trace contextRef="#ctx0" brushRef="#br0" timeOffset="1249.6">24786 8611 255 0,'0'77'0'0,"-4"-12"0"0,0 9 0 0,4-74 0 0,0 0 0 15,0 0 0-15,-3 73 0 0,8-35 0 0,10-33 0 0,5-18 0 0,7-3 0 16,7-6 0 0,5-6 0-1,0 7 0-15,-6 8 0 16,-10 13 0 0,-13 12 0-16,-4 10 0 0,-12 9 0 15,6-31 0 1,-4 33 0-16,4-33 0 15,-4 29 0 1,6-15 0-16,10-18 0 16,5-14 0-1,10-9 0-15,10-7 0 16,0 6 0 0,-37 28 0-16,34-17 0 15,-8 21 0-15,-8 15 0 16,-3 10 0-1,1 4 0 1,-16-33 0 0,21 32 0-16,-1-12 0 15</inkml:trace>
  <inkml:trace contextRef="#ctx0" brushRef="#br0" timeOffset="1630.88">25715 8862 255 0,'0'0'0'0,"0"0"0"0,0 0 0 0,18-8 0 0,13-14 0 0,7-9 0 15,-6-2 0-15,-3-3 0 0,-10 1 0 16,-7 5 0-16,-10 10 0 16,-11 5 0-16,-9 9 0 15,-11 16 0 1,-7 17 0 0,-14 26 0-16,-8 35 0 15,10 32 0-15,22 5 0 16,33-29 0-1,27-44 0-15,13-36 0 16,7-23 0 0,4-16 0-16,-7-2 0 15</inkml:trace>
  <inkml:trace contextRef="#ctx0" brushRef="#br0" timeOffset="2185.05">27465 7886 255 0,'0'0'0'0,"0"0"0"0,-18 28 0 0,-23 25 0 0,-40 37 0 0,-49 46 0 16,-30 24 0 0,3 5 0-1,28-23 0-15,19-17 0 16,23-4 0-16,17-11 0 16,21-12 0-1,49-98 0-15,-36 67 0 16</inkml:trace>
  <inkml:trace contextRef="#ctx0" brushRef="#br0" timeOffset="2768.39">27984 8090 255 0,'0'0'0'15,"0"0"0"-15,0 0 0 16,0-18 0-1,-9-18 0-15,-11 0 0 16,-8 6 0 0,1 7 0-16,3 7 0 15,-3 7 0-15,5 6 0 16,0 4 0 0,4 10 0-16,5 10 0 15,0 8 0 1,7 12 0-1,-1 20 0-15,3 25 0 16,-12 27 0 0,-18 37 0-16,-14 21 0 15,-7-11 0-15,6-5 0 16,12-22 0 0,14-23 0-16,12-21 0 15,7-17 0 1,10-16 0-1,10-16 0-15,10-13 0 16,5-9 0-16,10-9 0 16,9-12 0-16,-1-15 0 15,2-11 0 1,-1-8 0-16</inkml:trace>
  <inkml:trace contextRef="#ctx0" brushRef="#br0" timeOffset="3043.64">28362 8743 255 0,'0'0'0'0,"0"36"0"0,-2 27 0 16,-5 6 0-16,-7-9 0 16,6-18 0-16,-3-20 0 15,-3-25 0 1,7-7 0-16</inkml:trace>
  <inkml:trace contextRef="#ctx0" brushRef="#br0" timeOffset="3139.76">28292 8414 255 0,'0'0'0'16,"0"0"0"-16,0 0 0 15,2-18 0 1,3-15 0-16</inkml:trace>
  <inkml:trace contextRef="#ctx0" brushRef="#br0" timeOffset="3717.26">28917 8370 255 0,'0'0'0'0,"0"0"0"15,-19 20 0-15,-16 17 0 16,-10 26 0 0,-11 27 0-16,2 22 0 15,19-5 0 1,18-14 0 0,15-32 0-16,2-61 0 15,17 39 0-15,5-31 0 16,-2-15 0-1,4-15 0-15,5-19 0 16,9-23 0 0,12-34 0-16,6-37 0 15,-7-16 0 1,-14 7 0-16,-7 17 0 16,-8 17 0-1,-9 16 0-15,-9 21 0 16,-2 14 0-1,0 59 0-15,-9-35 0 16,-8 22 0-16,3 22 0 16,0 12 0-1,3 19 0-15,2 33 0 16,0 40 0 0,9 44 0-16,16 17 0 15,11-12 0-15,4-27 0 16,5-45 0-1,-36-90 0-15,31 44 0 16</inkml:trace>
  <inkml:trace contextRef="#ctx0" brushRef="#br0" timeOffset="4326.76">29613 7577 255 0,'59'-31'0'0,"-12"6"0"0,4 1 0 0,1 1 0 0,-52 23 0 0,63-21 0 0,-7 14 0 0,-8 17 0 16,-15 18 0-16,-8 17 0 0,-6 20 0 15,-9 22 0 1,-3 22 0-16,-1 28 0 16,1 8 0-1,-3-6 0 1,8-14 0-16,5-2 0 16,1-8 0-16,5-6 0 15,3-7 0 1,1-8 0-16,-7-5 0 15,-6-8 0-15,-9-14 0 16,-10-15 0 0,-11-10 0-1,-9-9 0-15,-10-5 0 16,-12-11 0-16,-9-10 0 16,-12-7 0-1,-5-8 0-15,-17-8 0 16,5 3 0-1</inkml:trace>
  <inkml:trace contextRef="#ctx0" brushRef="#br0" timeOffset="7458.66">28583 9560 255 0,'0'0'0'0,"0"0"0"0,0 0 0 0,0 0 0 0,0 0 0 0,0 0 0 15,11-7 0 1,11-6 0-16,1 6 0 16,5 2 0-16,-2 5 0 15,3 5 0 1,3 1 0-16,-1 10 0 15,0 1 0 1,10 10 0-16,-4 5 0 16,1 4 0-16,0 7 0 15,4 7 0 1,1 13 0-16,2 8 0 16,-3 8 0-1,-7-6 0-15,1 4 0 16,-13-4 0-1,-2 4 0-15,-3 0 0 16,-5 2 0-16,-2-1 0 16,-2 0 0-1,-7 4 0-15,-4-5 0 16,-2 4 0 0,-8-1 0-1,-8 3 0-15,-8 0 0 16,-9-1 0-16,-8 8 0 15,-6-5 0 1,-7 1 0-16,-3-2 0 16,-8 1 0-1,-8 2 0-15,-9 0 0 16,-1-3 0 0,-3 0 0-16,-3-6 0 15,-10 2 0-15,-12 3 0 16,1-6 0-1,-5-6 0-15,1 0 0 16,-10-1 0 0,-6-1 0-16,2-2 0 15,-7-4 0 1,1 0 0 0,-6-1 0-16,-6 1 0 15,-6-1 0 1,-12 3 0-16,0 1 0 15,5 0 0-15,-1-5 0 16,-6-1 0 0,-5 1 0-16,-1-1 0 15,1-1 0-15,-2 3 0 16,-4-3 0 0,0 1 0-1,0 2 0-15,-7-3 0 16,-7 2 0-16,5 2 0 15,0-3 0 1,-2-2 0-16,-5 1 0 16,2-1 0-16,3-1 0 15,-10 5 0 1,-1-3 0-16,1 5 0 16,-4-3 0-1,-7 4 0-15,8-2 0 16,-5-5 0-1,-1 1 0-15,5-4 0 16,1-3 0 0,-6-1 0-16,-3 7 0 15,-4-2 0 1,-3-2 0-16,4 4 0 16,9-2 0-1,-4-2 0-15,-6-2 0 16,1-4 0-16,-2 2 0 15,0-1 0 1,-2-1 0-16,-2 4 0 16,2 1 0-1,2 4 0-15,-3-5 0 16,3 1 0 0,-3 0 0-16,-3-3 0 15,0-2 0 1,4-2 0-16,2-6 0 15,-3-1 0-15,2-3 0 16,1 1 0 0,0-3 0-16,0 1 0 15,2 0 0 1,2-7 0-16,3-2 0 16,3-5 0-16,-1-4 0 15,1-1 0 1,0-3 0-16,3 0 0 15,5-1 0 1,-3 2 0-16,2-5 0 16,6 4 0-1,0-2 0 1,-3 3 0-16,7-3 0 16,6-4 0-16,1-3 0 15,-3-6 0 1,4-7 0-16,3-2 0 15,2 0 0 1,2-5 0-16,12 2 0 16,-1-1 0-1,2-2 0-15,3 4 0 16,-1 0 0-16,5-3 0 16,7-4 0-1,0-2 0-15,2-2 0 16,5-2 0-1,1-3 0-15,4 1 0 16,8 3 0 0,7-2 0-16,3 1 0 15,6-2 0 1,-1 0 0-16,4-4 0 16,3-4 0-16,5 0 0 15,2 2 0 1,9-3 0-16,3 1 0 15,9 3 0 1,6 0 0-16,11 1 0 16,9 3 0-1,3-2 0-15,6 1 0 16,8 4 0 0,0 3 0-16,37 23 0 15,-37-22 0 1,-11-2 0-16,9 5 0 15</inkml:trace>
  <inkml:trace contextRef="#ctx0" brushRef="#br0" timeOffset="8211.53">7167 15887 255 0,'0'0'0'0,"0"0"0"0,0 0 0 0,0 0 0 0,0 0 0 0,-14-8 0 16,-17-19 0-1,-2-19 0-15,2-16 0 0,6-12 0 16,10-2 0-16,7 4 0 16,12 10 0-1,2 17 0-15,-6 45 0 16,13-35 0-1,5 6 0-15,2 6 0 16,0 3 0 0,2-2 0-16,10-3 0 15,7 1 0-15,5 5 0 16,2 6 0 0,-1 12 0-16,-5 7 0 15,-6 7 0 1,-34-13 0-1,25 20 0-15,-25-20 0 16,0 0 0-16,0 0 0 16,13 16 0-16,-13-16 0 15,0 0 0 1,0 0 0 0,16 13 0-16,-16-13 0 15,0 0 0 1,9 11 0-16,-9-11 0 15,2 19 0-15,-2-19 0 16,0 22 0 0,0-22 0-16,0 0 0 15,-4 23 0 1,4-23 0-16,-11 25 0 16,-12 0 0-1,-6 2 0-15,-11 3 0 16,-10 0 0-16,-12 11 0 15,-6 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5-11-17T09:37:25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4592 12535 255 0,'-15'-13'0'0,"-1"3"0"0,5 2 0 0,1-2 0 0,4 3 0 0,0 2 0 0,12 1 0 0,2-1 0 0,11 0 0 0,7 1 0 0,3 2 0 0,7-3 0 16,15 3 0-16,6 2 0 0,16 2 0 16,24 5 0-16,14 4 0 15,8 5 0-15,2-3 0 16,-1 3 0-1,5-1 0-15,8 5 0 16,-1 1 0 0,4-1 0-16,5 0 0 15,5-1 0 1,2 2 0-16,-3-8 0 16,-2-4 0-1,1 0 0-15,-15-5 0 16,-19-1 0-1,-17-3 0-15,-13 0 0 16,-20 0 0 0,-60 0 0-16,0 0 0 15,37-5 0-15</inkml:trace>
  <inkml:trace contextRef="#ctx0" brushRef="#br0" timeOffset="3877.03">4460 3785 255 0,'0'-44'0'0,"-7"19"0"0,-4-2 0 0,-9 12 0 0,-7 7 0 0,-8 8 0 0,-14 15 0 0,-8 13 0 15,-5 17 0-15,-3 18 0 0,4 13 0 16,26 3 0-16,16-1 0 15,18 4 0 1,14 2 0-16,18-4 0 16,21-13 0-1,17-12 0-15,13-14 0 16,5-21 0 0,-19-17 0-16</inkml:trace>
  <inkml:trace contextRef="#ctx0" brushRef="#br0" timeOffset="4371.01">5305 4023 255 0,'0'0'0'15,"0"0"0"-15,0 0 0 16,-10-11 0-16,-19-9 0 16,-8 9 0-1,-12 7 0 1,-2 14 0 0,2 9 0-16,3 13 0 0,4 15 0 15,9 16 0 1,14 6 0-16,19 10 0 15,19-6 0 1,16-15 0-16,17-24 0 16,13-21 0-1,10-21 0-15,13-26 0 16,-5-22 0 0,-16-7 0-16,-17-8 0 15,-23 2 0-15,-19 3 0 16,-19 14 0-1,-15 9 0-15,-17 23 0 16,-14 22 0 0,-14 18 0-16,1 12 0 15,19 9 0 1,22-14 0-16</inkml:trace>
  <inkml:trace contextRef="#ctx0" brushRef="#br0" timeOffset="4713.91">5650 3992 255 0,'0'0'0'0,"0"0"0"0,-5 24 0 0,-7 16 0 0,-7 11 0 16,4 5 0-16,8-8 0 15,12-19 0 1,10-21 0-16,16-14 0 16,12-13 0-16,14-16 0 15,12-1 0 1,2 3 0-16,-13 20 0 16,-26 26 0-1,-22 18 0-15,-10 9 0 16,-2 14 0-16,-4 13 0 15,4 6 0 1,6-7 0 0,10-21 0-16,-3-26 0 15</inkml:trace>
  <inkml:trace contextRef="#ctx0" brushRef="#br0" timeOffset="5128.74">6713 4052 255 0,'0'0'0'0,"0"0"0"15,0 0 0-15,-25 0 0 16,-27 4 0-16,-12 19 0 31,-3 17 0-31,6 8 0 16,28 1 0-16,26-13 0 15,20-15 0-15,12-8 0 16,4-3 0 0,9 0 0-16,18-3 0 15,8 5 0 1,7 1 0-16,-14 3 0 16,-57-16 0-1,37 23 0-15,-31 5 0 16,-28 3 0-16,-25 7 0 15,-25 14 0 1,-26 7 0-16,-21-2 0 16,19-10 0-1,32-22 0-15,28-22 0 16,20-22 0 0,11 0 0-1</inkml:trace>
  <inkml:trace contextRef="#ctx0" brushRef="#br0" timeOffset="5678.86">7239 3638 255 0,'0'0'0'0,"0"0"0"0,-4 31 0 0,-10 27 0 15,-10 32 0-15,-18 36 0 0,0 8 0 16,9-16 0-16,11-22 0 16,11-18 0-1,2-17 0-15,4-12 0 16,5-49 0-16,2 45 0 15,-2-45 0 1,0 0 0-16,0 0 0 16,10 33 0-1,-2-19 0-15,-8-14 0 16,5-4 0 0,-3-17 0-16,-7-6 0 15,-3-8 0-15,-15-10 0 16,-5 2 0-1,-1 10 0-15,29 33 0 16,-35-32 0 0,35 32 0-16,0 0 0 15,-27-15 0 1,25 12 0-16,16 11 0 16,15 2 0-1,17-1 0-15,26 3 0 16,19-3 0-16,-7-6 0 15</inkml:trace>
  <inkml:trace contextRef="#ctx0" brushRef="#br0" timeOffset="6156.26">8711 3493 255 0,'0'0'0'0,"0"0"0"15,0 0 0-15,0 0 0 0,0 0 0 0,0 0 0 0,0 0 0 0,0 0 0 0,0 0 0 0,0 0 0 16</inkml:trace>
  <inkml:trace contextRef="#ctx0" brushRef="#br0" timeOffset="6626.05">8711 3493 255 0,'0'0'0'0,"0"0"0"15,0 0 0-15,0 0 0 16,0 0 0 0,0 0 0-16,0 0 0 15,0 0 0 1,0 0 0-16,0 0 0 15,0 0 0 1,0 0 0-16,0 0 0 16,0 0 0-1,0 0 0-15,0 0 0 16,0 0 0-16,0 0 0 16,0 0 0-1,0 0 0-15,0 0 0 16,0 0 0-1,0 0 0-15,0 0 0 16,0 0 0 0,0 0 0-16,0 0 0 15,0 0 0 1,0 0 0-16,0 0 0 16,0 0 0-16</inkml:trace>
  <inkml:trace contextRef="#ctx0" brushRef="#br0" timeOffset="7533.72">8837 3645 255 0,'0'0'0'0,"0"0"0"0,0 0 0 0,0 0 0 0,0 0 0 0,0-3 0 0,0-9 0 0,-2-7 0 15,-15 2 0-15,-4 0 0 0,-11 0 0 0,-11-2 0 16,-1-1 0-16,44 20 0 16,-45-15 0-16,45 15 0 15,0 0 0 1,-43-7 0-1,43 7 0-15,-29 12 0 16,13 9 0-16,9 11 0 16,5 8 0-1,0 18 0-15,-7 23 0 16,-9 33 0 0,-17 32 0-1,-8 10 0-15,8-22 0 16,10-29 0-16,15-26 0 15,10-22 0 1,16-14 0-16,18-11 0 16,6-10 0-1,16-9 0-15,11-7 0 16,6-6 0 0,4-1 0-16,-4-2 0 15,-21-2 0-15,-16-5 0 16</inkml:trace>
  <inkml:trace contextRef="#ctx0" brushRef="#br0" timeOffset="8318.04">9623 4124 255 0,'0'0'0'0,"0"0"0"0,0 0 0 0,0 0 0 16,-15 0 0-16,-25-5 0 0,-13 7 0 0,-17 20 0 15,-8 30 0-15,2 17 0 16,24 7 0-16,23 2 0 16,16-14 0-16,17-17 0 15,14-17 0 1,11-16 0-16,6-16 0 15,11-17 0 1,0-7 0-16,8-13 0 16,-5-7 0-1,-12 5 0-15,-10 12 0 16,-14 10 0 0,-4 7 0-16,-2 12 0 15,-5 9 0 1,-2 13 0-1,-2 12 0-15,4 11 0 16,6 12 0-16,6 16 0 16,14 6 0-1,9-7 0-15,6-7 0 16,4-9 0-16,-5-3 0 16,-9-3 0-1,-8-1 0-15,-4-4 0 16,-17-6 0-1,-15-2 0-15,-17 1 0 16,-21-2 0 0,-25 2 0-16,-22-2 0 15,-22-3 0 1,-6-17 0-16,11-21 0 16,28-19 0-16,34-12 0 15,34-16 0 1,24-24 0-16,45-26 0 15,52-34 0 1,11 9 0-16</inkml:trace>
  <inkml:trace contextRef="#ctx0" brushRef="#br0" timeOffset="8886.94">10468 4148 255 0,'-40'-41'0'0,"-8"26"0"0,-8 15 0 16,-13 22 0-16,-10 31 0 0,6 22 0 0,19 12 0 16,20-3 0-1,19-11 0-15,11-18 0 16,14-16 0 0,11-17 0-16,9-15 0 15,3-14 0-15,9-15 0 16,12-17 0-1,9-16 0 1,6-18 0-16,-9-5 0 16,-20 12 0-1,-15 20 0-15,-11 19 0 16,-12 18 0-16,-9 10 0 16,-11 15 0-1,-4 15 0-15,-1 22 0 16,1 20 0-16,8 20 0 15,14 3 0 1,22-22 0 0,15-27 0-16,10-21 0 15,4-26 0-15,3-18 0 16,2-20 0 0,-12 1 0-16</inkml:trace>
  <inkml:trace contextRef="#ctx0" brushRef="#br0" timeOffset="9400.2">10917 4288 255 0,'-11'61'0'15,"4"-16"0"-15,5-7 0 0,8-16 0 0,5-20 0 0,11-12 0 0,7-13 0 16,6-14 0-16,0 3 0 16,-3 3 0-1,-8 8 0-15,-7 11 0 16,-6 10 0-16,-5 14 0 15,-6 17 0 1,-6 9 0-16,0 16 0 16,-1-2 0-1,7-52 0-15,9 37 0 16,13-32 0 0,7-18 0-1,7-11 0-15,10-11 0 16,4-8 0-16,-50 43 0 15,0 0 0 1,42-29 0-16,-17 23 0 16,-14 16 0-16,-6 15 0 15,-3 9 0 1,0 3 0-16,11 6 0 16,7-19 0-1,-4-15 0-15</inkml:trace>
  <inkml:trace contextRef="#ctx0" brushRef="#br0" timeOffset="9950.21">11839 4377 255 0,'0'0'0'0,"0"0"0"16,16-13 0-16,9-13 0 0,10-12 0 0,-6 2 0 0,-12 3 0 0,-11 8 0 0,-16 9 0 0,-7 13 0 16,-8 6 0-1,-4 16 0-15,2 16 0 0,1 28 0 16,3 20 0-1,13 14 0-15,20-7 0 16,6-35 0 0</inkml:trace>
  <inkml:trace contextRef="#ctx0" brushRef="#br0" timeOffset="10133.11">12368 4779 255 0,'-25'46'0'0,"-21"26"0"15,-20 17 0-15,-18 1 0 16,13-28 0 0</inkml:trace>
  <inkml:trace contextRef="#ctx0" brushRef="#br0" timeOffset="11186.17">14138 3921 255 0,'-82'4'0'0,"5"6"0"0,-7 17 0 0,18 15 0 0,24 0 0 15,28-1 0-15,25-3 0 0,17 4 0 0,22 0 0 0,22 4 0 16,15-1 0-1,7 4 0-15,-18-12 0 16,-76-37 0-16,0 0 0 16,0 0 0-1,31 27 0-15,-55-1 0 16,-28-2 0 0,-38 15 0-16,-44 22 0 15,-15 18 0-15,30-14 0 16,40-20 0-1,79-45 0-15,-47 18 0 16</inkml:trace>
  <inkml:trace contextRef="#ctx0" brushRef="#br0" timeOffset="11549.21">14464 4199 255 0,'0'0'0'0,"0"0"0"16,18-4 0 0,11-7 0-16,-9-6 0 15,-7 0 0 1,-13 4 0-16,-15 7 0 15,-14 6 0 1,-9 3 0-16,-14 11 0 16,7 11 0-1,7 11 0-15,17 10 0 16,16 15 0 0,21 13 0-16,26 5 0 15,34-14 0-15,9-45 0 16,-20-17 0-16</inkml:trace>
  <inkml:trace contextRef="#ctx0" brushRef="#br0" timeOffset="12010.24">15178 3576 255 0,'0'0'0'0,"0"0"0"16,0 0 0-16,0 0 0 16,0 18 0-1,0 29 0-15,-5 30 0 16,-9 51 0 0,-1 44 0-16,5 0 0 15,4-45 0-15,4-44 0 16,2-83 0-1,0 0 0 1,0 0 0-16,-7 46 0 16,-3-31 0-1,-6-20 0-15,-5-15 0 16,0-11 0-16,-10-13 0 16,-16-6 0-1,-3 10 0-15,3 15 0 16,47 25 0-16,0 0 0 15,-29-4 0 1,25 14 0-16,16 4 0 16,22 2 0-1,22 2 0-15,23-1 0 16,21-3 0 0,6-2 0-16,-35-7 0 15</inkml:trace>
  <inkml:trace contextRef="#ctx0" brushRef="#br0" timeOffset="12415.58">16542 3689 255 0,'0'0'0'0,"-2"-30"0"0,-6-20 0 0,-15 1 0 0,-23 5 0 0,-23 9 0 16,-20 22 0-1,-27 23 0 1,-2 25 0-16,-5 26 0 0,4 21 0 15,17 21 0 1,16 11 0-16,26 9 0 16,24 12 0-1,27-2 0-15,27-7 0 16,26-18 0 0,28-33 0-16,16-34 0 15,5-24 0-15,-8-31 0 16,-29-8 0-1</inkml:trace>
  <inkml:trace contextRef="#ctx0" brushRef="#br0" timeOffset="12682.62">15939 4288 255 0,'0'0'0'15,"0"0"0"-15,0 0 0 16,20 0 0-1,22 0 0-15,20 8 0 16,2 12 0-16,-6 20 0 31,-27 14 0-31,-22 15 0 0,-18 6 0 16,-13 13 0 0,-10 10 0-16,10-17 0 15,11-18 0 1,15-18 0-16,14-27 0 15,-4-15 0 1</inkml:trace>
  <inkml:trace contextRef="#ctx0" brushRef="#br0" timeOffset="13079.67">16938 4381 255 0,'0'0'0'0,"0"0"0"16,0 0 0-16,-18-8 0 16,-22-4 0-1,-16 14 0 1,-18 25 0-16,-17 33 0 16,1 33 0-16,26 6 0 15,39-25 0 1,25-74 0-16,14 37 0 15,19-38 0 1,7-24 0-16,12-18 0 16,13-14 0-1,1-16 0-15,-11 14 0 16,-26 25 0 0,-18 23 0-16,-15 20 0 15,-10 22 0-15,-4 20 0 16,-6 39 0-1,5 22 0 1,27-25 0-16,19-60 0 16,-6-25 0-16</inkml:trace>
  <inkml:trace contextRef="#ctx0" brushRef="#br0" timeOffset="13530.14">17218 4482 255 0,'0'0'0'16,"-13"32"0"-16,-9 25 0 16,6-4 0-1,19-16 0-15,16-31 0 16,12-23 0 0,5-14 0-1,21-20 0-15,19-19 0 16,-3-1 0-1,-73 71 0-15,0 0 0 16,52-35 0-16,-32 39 0 16,-18 19 0-1,-6 17 0-15,-5 7 0 16,0 1 0-16,7-9 0 16,13-21 0-1,12-25 0-15,12-15 0 16,19-21 0-1,9-9 0-15,-63 52 0 16,0 0 0 0,0 0 0-16,58-35 0 15,-32 35 0 1,-15 27 0-16,-6 8 0 16,-3 8 0-16,6-14 0 15,2-13 0 1</inkml:trace>
  <inkml:trace contextRef="#ctx0" brushRef="#br0" timeOffset="14313.76">18165 4487 255 0,'0'0'0'0,"0"0"0"0,0 0 0 16,0 0 0-16,0 0 0 15,15 5 0 1,13 0 0-16,3-12 0 15,-4-10 0 1,-5-14 0-16,-9 0 0 16,-13 12 0-16,-13 11 0 15,-14 8 0 1,-6 14 0-16,-11 24 0 16,-2 29 0-1,4 32 0-15,19 8 0 16,32-31 0-16,31-47 0 15,11-44 0 1,19-27 0 0,6-33 0-16,-2-1 0 15,-7-6 0 1,35-46 0-16,-38 28 0 16,-31 20 0-16,-15 16 0 15,-15 14 0 1,-13 0 0-16,-5 2 0 15,-16 4 0 1,-4-10 0-16,-2 3 0 16,5 4 0-1,8 1 0-15,8 7 0 16,16 0 0 0,13 0 0-16,16 0 0 15,15 1 0-15,12 2 0 16,2 10 0-1,-2 15 0 1,-11 11 0-16,-14 16 0 16,-9 16 0-16,-9 21 0 15,2 36 0 1,1 53 0-16,8 30 0 16,5-4 0-16,6-28 0 15,3-37 0 1,-3-31 0-16,-8-25 0 15,-3-19 0 1,-24-28 0 0,0 0 0-16,4 28 0 15,-25-7 0-15,-19 5 0 16,-33 17 0 0,-38 25 0-16,-41 19 0 15,3-10 0 1,46-37 0-16,47-44 0 15,28-5 0 1</inkml:trace>
  <inkml:trace contextRef="#ctx0" brushRef="#br0" timeOffset="14515.16">19622 4141 255 0,'120'13'0'0,"-54"0"0"0,-21-3 0 0,-20-3 0 0</inkml:trace>
  <inkml:trace contextRef="#ctx0" brushRef="#br0" timeOffset="14666.8">19606 4450 255 0,'65'4'0'15,"39"3"0"-15,22-7 0 16,-13-5 0-1</inkml:trace>
  <inkml:trace contextRef="#ctx0" brushRef="#br0" timeOffset="15402.51">21288 3987 255 0,'-8'50'0'0,"-15"25"0"0,-12 26 0 0,1 7 0 0,9-10 0 16,25-98 0-16,-7 73 0 16,22-35 0-1,10-38 0-15,7-19 0 16,11-13 0-16,8-22 0 16,9-17 0-1,-1-4 0 1,-14 19 0-16,-16 21 0 15,-16 20 0-15,-7 13 0 16,-10 15 0 0,-5 16 0-16,-11 18 0 15,-11 28 0 1,-5 38 0-16,5 12 0 16,27-34 0-1,21-63 0-15,1-28 0 16</inkml:trace>
  <inkml:trace contextRef="#ctx0" brushRef="#br0" timeOffset="15855.37">22214 4055 255 0,'0'0'0'15,"0"0"0"1,0 0 0-16,0 0 0 15,0 0 0-15,0 0 0 16,0 0 0 0,0 0 0-1,0 0 0-15,0 0 0 16,-15 14 0-16,-18 19 0 16,-2 6 0-1,4 12 0-15,5 1 0 16,19-3 0-1,16-8 0-15,17-4 0 16,7-3 0-16,11-3 0 16,3 0 0-1,-47-31 0-15,0 0 0 16,0 0 0 0,24 35 0-1,-33-3 0-15,-20-3 0 16,-17-2 0-16,-27 2 0 15,-18-2 0 1,-6-12 0-16,24-9 0 16,28-20 0-16,24-12 0 15,9 3 0 1</inkml:trace>
  <inkml:trace contextRef="#ctx0" brushRef="#br0" timeOffset="16195.88">22402 4255 255 0,'0'0'0'0,"0"0"0"0,0 0 0 0,0 0 0 0,23 2 0 16,25 2 0-16,5 1 0 15,5-5 0 1,-10-11 0-1,-28-2 0-15,-20 2 0 16,-14 3 0-16,-11 8 0 16,-15 4 0-1,-16 9 0-15,-6 16 0 16,3 23 0 0,13 13 0-16,19 16 0 15,33-2 0 1,34-16 0-16,24-31 0 15,5-24 0-15</inkml:trace>
  <inkml:trace contextRef="#ctx0" brushRef="#br0" timeOffset="16614.36">23522 3589 255 0,'0'0'0'0,"-30"-15"0"15,-25-4 0 1,-21 12 0-16,-12 23 0 16,12 20 0-16,33 17 0 15,35 10 0 1,24 8 0-16,31 17 0 15,22 1 0 1,11-1 0-16,3-3 0 16,-12-5 0-16,-12-6 0 15,-28-11 0 1,-29-12 0 0,-21-8 0-16,-24-4 0 15,-31 8 0-15,-36 1 0 16,-39 2 0-1,1-7 0-15,35-25 0 16,40-14 0 0,30-19 0-16,28-14 0 15,11 3 0 1</inkml:trace>
  <inkml:trace contextRef="#ctx0" brushRef="#br0" timeOffset="17969.95">24031 3638 255 0,'0'0'0'0,"8"24"0"0,1 23 0 0,-7 21 0 0,-13 34 0 16,-28 56 0-16,-9 28 0 15,14-38 0 1,16-53 0-16,18-95 0 16,0 0 0-1,-25 37 0-15,-2-33 0 16,3-16 0-16,1-10 0 16,3-1 0-1,20 23 0-15,-15-27 0 16,15 27 0-16,-10-25 0 15,13 11 0 1,13 1 0-16,17 5 0 16,18-1 0-1,19-2 0-15,15-7 0 16,16-9 0 0,-14-2 0-16,-87 29 0 15,0 0 0 1,0 0 0-16,43-25 0 15,-48 18 0 1,-18 22 0-16,-11 12 0 16,-10 28 0-1,-5 22 0-15,-6 36 0 16,27-6 0-16,25-27 0 16,26-43 0-1,15-37 0-15,16-23 0 16,17-28 0-1,15-21 0-15,1-27 0 16,-8-6 0 0,-21 20 0-16,-58 85 0 15,0 0 0 1,0 0 0-16,31-34 0 16,-24 55 0-1,-14 23 0-15,-7 25 0 16,3 21 0-16,7 2 0 15,15-32 0 1,9-41 0 0,4-34 0-16,8-21 0 15,7-19 0-15,9-23 0 16,19-43 0 0,8-25 0-16,-5-10 0 15,-15 10 0 1,-17 24 0-16,-7 17 0 15,-13 22 0-15,-7 20 0 16,-11 63 0 0,0 0 0-1,0 0 0-15,4-37 0 16,-8 27 0-16,-3 27 0 16,-3 15 0-1,-4 22 0-15,-5 42 0 16,0 39 0-1,1 7 0 1,3-13 0-16,4-29 0 0,3-24 0 31,-3-10 0-31,2-22 0 16,9-44 0-16,-18 25 0 16,0-19 0-16,1-11 0 15,-2-10 0 1,2-11 0-16,17 26 0 15,0 0 0 1,0 0 0-16,-14-21 0 16,6 8 0-1,8 8 0-15,6 10 0 16,12 8 0-16,9 0 0 16,13-1 0-1,14-9 0 1,13-18 0-16,2-11 0 15,-6-10 0-15,-9-5 0 16,-54 41 0 0,29-39 0-16,-29 39 0 15,4-37 0 1,-20 26 0-16,-6 20 0 16,0 16 0-16,-3 22 0 15,3 27 0 1,12 31 0-16,27 4 0 15,29-25 0 1,23-42 0-16,13-45 0 16,2-31 0-1,-12-8 0-15</inkml:trace>
  <inkml:trace contextRef="#ctx0" brushRef="#br0" timeOffset="18251.47">25927 3504 255 0,'-76'92'0'0,"22"18"0"16,5 53 0-16,16 39 0 0,26-9 0 15,24-57 0-15,2-54 0 16,-11-43 0 0</inkml:trace>
  <inkml:trace contextRef="#ctx0" brushRef="#br0" timeOffset="18401.28">26214 4537 255 0,'0'0'0'0,"0"0"0"16,22 0 0-1,9 0 0-15,-4-5 0 16</inkml:trace>
  <inkml:trace contextRef="#ctx0" brushRef="#br0" timeOffset="18532.91">26620 4452 255 0,'0'0'0'0,"0"0"0"16,0 0 0-16,0 0 0 15,0 0 0 1,0 0 0-16</inkml:trace>
  <inkml:trace contextRef="#ctx0" brushRef="#br0" timeOffset="18667.61">27021 4369 255 0,'0'0'0'0,"0"0"0"15,0 0 0-15,16-8 0 16,8-13 0-1</inkml:trace>
  <inkml:trace contextRef="#ctx0" brushRef="#br0" timeOffset="18896.38">27805 3706 255 0,'9'33'0'16,"4"23"0"0,-8 24 0-16,-28 32 0 15,-49 51 0-15,-54 44 0 16,-38 16 0 0,52-83 0-1</inkml:trace>
  <inkml:trace contextRef="#ctx0" brushRef="#br0" timeOffset="30756.27">6440 12900 255 0,'-25'14'0'0,"12"-8"0"0,2 6 0 0,6 4 0 0,3 7 0 0,2 6 0 0,2 12 0 0,5 22 0 0,-5 22 0 0,-4 26 0 0,-3 25 0 0,-4-6 0 0,3-28 0 0,10-34 0 16,12-19 0-1,8-15 0-15,7-9 0 16,13-8 0 0,7-7 0-16,0-13 0 15,5-6 0-15,11-6 0 16,-4-5 0 0,-14 1 0-1</inkml:trace>
  <inkml:trace contextRef="#ctx0" brushRef="#br0" timeOffset="31371.21">8152 13065 255 0,'0'0'0'0,"0"0"0"0,0 0 0 0,-12-13 0 0,-15-12 0 0,-6 6 0 0,1 4 0 0,3 11 0 15,-2 11 0 1,0 6 0-16,2 10 0 16,-5 14 0-1,7 8 0-15,7 9 0 16,4 20 0 0,1 23 0-16,7 14 0 15,2 5 0-15,4 5 0 16,2-10 0-1,2-6 0-15,0-12 0 16,6-13 0 0,1-17 0-16,-9-63 0 15,0 0 0-15,0 0 0 16,-3 40 0 0</inkml:trace>
  <inkml:trace contextRef="#ctx0" brushRef="#br0" timeOffset="31646.95">7599 13871 255 0,'0'0'0'0,"32"-5"0"0,14-11 0 0,8-9 0 0,4-2 0 0,-8 4 0 0</inkml:trace>
  <inkml:trace contextRef="#ctx0" brushRef="#br0" timeOffset="32176.75">8324 13555 255 0,'0'0'0'16,"0"0"0"-16,-2 27 0 16,-1 18 0-1,1 12 0-15,9 7 0 16,-7-64 0-1,0 0 0 1,9 53 0-16,4-22 0 16,0-24 0-16,3-14 0 15,-1-12 0-15,1-14 0 16,3-1 0 0,1-16 0-1,-2 7 0-15,-5 8 0 16,-1 6 0-1,-6 17 0-15,-1 17 0 16,-3 11 0-16,2 15 0 16,-2 13 0-1,5 19 0-15,4 9 0 16,5 0 0 0,6-15 0-16,-2-32 0 15,-7-22 0 1,-6-9 0-16</inkml:trace>
  <inkml:trace contextRef="#ctx0" brushRef="#br0" timeOffset="32551.6">8830 13559 255 0,'0'0'0'0,"0"0"0"0,0 0 0 0,0 0 0 15,2 24 0-15,3 23 0 16,-1 6 0 0,-2-7 0-16,2-12 0 31,1-18 0-31,2-12 0 0,8-15 0 15,8-13 0-15,1-15 0 16,10-6 0 0,2-1 0-16,-3 7 0 15,-10 24 0 1,-8 22 0-16,-5 20 0 16,-4 15 0-1,1 25 0-15,-1 9 0 16,-6-76 0-16,2 83 0 15</inkml:trace>
  <inkml:trace contextRef="#ctx0" brushRef="#br0" timeOffset="32921.79">9608 13579 255 0,'0'0'0'0,"0"0"0"0,0 0 0 0,0 0 0 0,-16 4 0 16,-19 11 0-1,-5 9 0-15,6 9 0 16,5 12 0 0,8 8 0-16,13 22 0 15,12 16 0 1,19-3 0-16,16-30 0 16,7-43 0-1,-2-34 0-15,-4-27 0 16,9-27 0-16,0-1 0 15</inkml:trace>
  <inkml:trace contextRef="#ctx0" brushRef="#br0" timeOffset="33603.43">10233 12908 255 0,'0'0'0'0,"0"28"0"15,0 19 0 1,0 11 0-16,0 26 0 16,0 26 0-1,-2 23 0 1,-5 7 0-1,3-19 0-15,2-18 0 16,2-14 0-16,0-13 0 16,2-18 0-16,-2-58 0 15,0 0 0 1,0 0 0-16,6 29 0 16,-1-24 0-1,-3-19 0-15,-7-8 0 16,-1-16 0-1,-5-18 0-15,-10-15 0 16,-8-10 0-16,-2 8 0 16,31 73 0-1,-34-55 0-15,34 55 0 16,0 0 0 0,0 0 0-1,-29-29 0-15,29 29 0 16,-13-6 0-16,13 6 0 15,11 0 0 1,7 0 0-16,6-3 0 16,7-4 0-16,5 3 0 15,12-3 0 1,-4 7 0 0,-1 11 0-16,-3 14 0 15,-4 16 0 1,-5 18 0-16,-6 18 0 15,-9 6 0-15,-3-5 0 16,-13-78 0 0,0 0 0-16,2 43 0 15,-6-32 0-15</inkml:trace>
  <inkml:trace contextRef="#ctx0" brushRef="#br0" timeOffset="33812.14">10421 13443 255 0</inkml:trace>
  <inkml:trace contextRef="#ctx0" brushRef="#br0" timeOffset="34231.99">10814 13659 255 0,'0'77'0'0,"0"-8"0"15,7 14 0 1,9 8 0-16,1-9 0 15,6-34 0-15,-23-48 0 16,29 25 0 0,-4-20 0-16,-4-18 0 15,-8-8 0 1,-3-15 0-16,2-15 0 16,-10-12 0-1,-8-13 0-15,-12-13 0 16,-14 6 0-16,-2 27 0 15,1 27 0 1,0 22 0-16,8 17 0 16,4 12 0-1,4 9 0-15,1 6 0 16</inkml:trace>
  <inkml:trace contextRef="#ctx0" brushRef="#br0" timeOffset="34767.61">11229 13630 255 0,'0'0'0'0,"0"0"0"0,0 0 0 0,0 0 0 0,0 0 0 0,0 23 0 0,0 20 0 15,0 7 0 1,0-13 0-16,0-11 0 15,4-7 0-15,7-8 0 16,-1-6 0-16,6-10 0 16,6-6 0-1,-3-8 0-15,2 2 0 16,-3-6 0 0,1 4 0-16,-1 1 0 15,-5 1 0 1,1 9 0-16,-5 8 0 15,-1 16 0 1,-5 17 0-16,-3 19 0 16,-5 26 0-16,3 30 0 15,2 17 0 1,4-25 0-16,-4-100 0 16,12 50 0-1,-2-33 0-15</inkml:trace>
  <inkml:trace contextRef="#ctx0" brushRef="#br0" timeOffset="35250.42">11859 13801 255 0,'0'0'0'0,"0"0"0"0,0 0 0 0,0 0 0 16,0 0 0-16,-12 17 0 0,-17 17 0 16,-4 23 0-1,7 23 0-15,7 25 0 0,11-4 0 16,8-101 0-1,0 0 0-15,4 46 0 16,5-57 0 0,0-24 0-16,4-21 0 15,5-18 0 1,-3-9 0-16,-2 19 0 16,-4 26 0-1,-5 29 0-15,3 17 0 16,-1 19 0-16,2 18 0 15,0 25 0 1,5 9 0-16,-13-79 0 16,0 0 0-1,20 70 0-15,5-45 0 16,-8-38 0 0,-5-6 0-16</inkml:trace>
  <inkml:trace contextRef="#ctx0" brushRef="#br0" timeOffset="35513.44">12324 12998 255 0,'0'0'0'0,"-4"37"0"0,-9 38 0 0,-7 37 0 0,-7 46 0 16,0 45 0-16,2 23 0 16,4 3 0-1,2-72 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1.5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1596 2183 4082,'-11'12'0,"-1"-1"0,0 0 0,-1 0 0,0-2 0,-1 1 0,0-2 0,-1 0 0,1-1 0,-1 0 0,-1-1 0,1 0 0,-1-2 0,0 0 0,0-1 0,-1 0 0,-30 0 0,1-2 0,-1-3 0,1-2 0,-1-2 0,1-2 0,1-2 0,-69-25 0,40 7 0,1-3 0,1-4 0,-68-45 0,97 52 0,2-3 0,1-2 0,1-1 0,2-2 0,1-1 0,2-2 0,2-1 0,-32-54 0,33 45 0,3-2 0,2-1 0,3-1 0,1-2 0,4 0 0,1 0 0,-9-61 0,20 72 0,2 0 0,2 1 0,2-1 0,1 0 0,3 0 0,1 0 0,3 1 0,1 0 0,2 0 0,2 1 0,2 1 0,1 0 0,3 1 0,1 1 0,1 0 0,3 2 0,1 1 0,1 1 0,3 1 0,0 1 0,2 2 0,1 1 0,2 2 0,0 1 0,2 1 0,1 2 0,1 2 0,58-25 0,-40 26 0,1 3 0,0 2 0,1 3 0,63-7 0,239-6 0,-228 20 0,430 5 0,-462 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4.5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656 628 4082,'-2'-5'0,"-1"1"0,1 0 0,-1-1 0,0 1 0,0 0 0,0 0 0,0 1 0,-1-1 0,1 1 0,-1-1 0,0 1 0,0 1 0,0-1 0,-1 0 0,1 1 0,-1 0 0,1 0 0,-1 0 0,0 1 0,0-1 0,1 1 0,-1 0 0,0 1 0,0-1 0,0 1 0,0 0 0,0 0 0,0 0 0,0 1 0,0 0 0,-6 2 0,-8 2 0,1 2 0,0 0 0,0 1 0,1 0 0,0 2 0,1 0 0,-22 17 0,5 1 0,0 1 0,-33 40 0,-18 33 0,61-71 0,2 1 0,-32 62 0,45-78 0,1 1 0,1 1 0,0-1 0,2 1 0,0 0 0,0 0 0,0 35 0,3-48 0,2 0 0,-1 0 0,0 0 0,1 0 0,0 0 0,1 0 0,-1 0 0,4 7 0,-4-9 0,1 0 0,0 0 0,0 0 0,0-1 0,0 1 0,1-1 0,-1 1 0,0-1 0,1 0 0,0 0 0,0 0 0,-1 0 0,1-1 0,0 1 0,0-1 0,1 0 0,-1 0 0,0 0 0,0 0 0,1 0 0,-1-1 0,0 1 0,1-1 0,-1 0 0,0 0 0,1 0 0,-1-1 0,0 1 0,4-2 0,5 0 0,-1-1 0,1-1 0,-1 0 0,0-1 0,0 0 0,-1-1 0,13-8 0,20-17 0,-1-2 0,-2-2 0,55-62 0,90-136 0,-93 98 0,-6-3 0,94-207 0,-147 263 0,-15 17 0,-17 62 0,0 0 0,-1 0 0,1 0 0,-1 0 0,0 0 0,0 0 0,0 0 0,0 0 0,0 1 0,-1-1 0,1 0 0,-1 0 0,0 0 0,0 0 0,0 1 0,0-1 0,-3-3 0,4 5 0,-1 1 0,1-1 0,-1 1 0,1 0 0,-1-1 0,0 1 0,1 0 0,-1-1 0,1 1 0,-1 0 0,0 0 0,1 0 0,-1 0 0,0 0 0,1 0 0,-1 0 0,0 0 0,1 0 0,-1 0 0,0 0 0,1 0 0,-1 0 0,0 0 0,1 1 0,-2-1 0,-24 22 0,12-5 0,2 2 0,0-1 0,0 1 0,-15 41 0,-27 93 0,30-71 0,-23 154 0,41-190 0,2 1 0,2-1 0,3 1 0,12 92 0,-11-127 0,0 0 0,2-1 0,8 23 0,-10-29 0,0 0 0,1 0 0,-1 0 0,1-1 0,0 1 0,1-1 0,-1 0 0,1 0 0,0 0 0,0 0 0,0 0 0,0-1 0,1 0 0,-1 0 0,1 0 0,0 0 0,0-1 0,0 0 0,0 0 0,0 0 0,0-1 0,1 0 0,-1 0 0,1 0 0,-1 0 0,8-1 0,1-1 0,0-1 0,0-1 0,0 0 0,0-1 0,0 0 0,-1-1 0,0-1 0,25-13 0,13-9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5.3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1 4082,'-7'25'0,"1"1"0,1 0 0,2 0 0,0 0 0,3 50 0,0-27 0,-1-29 0,1 55 0,0-71 0,0 0 0,0-1 0,1 1 0,-1-1 0,1 1 0,0-1 0,0 1 0,1-1 0,-1 1 0,0-1 0,1 0 0,0 0 0,0 0 0,0 0 0,4 4 0,-5-6 0,1 0 0,-1-1 0,0 1 0,1-1 0,-1 0 0,0 1 0,1-1 0,-1 0 0,0 0 0,1 0 0,-1 0 0,1 0 0,-1 0 0,0-1 0,1 1 0,-1 0 0,0-1 0,1 1 0,-1 0 0,0-1 0,0 0 0,1 1 0,-1-1 0,0 0 0,0 0 0,0 0 0,0 1 0,0-1 0,1-2 0,28-29 0,-17 12 0,0 0 0,-2-1 0,14-33 0,-11 22 0,1 1 0,1 1 0,28-40 0,-43 69 0,0-1 0,0 1 0,0-1 0,0 1 0,0 0 0,1-1 0,-1 1 0,0 0 0,1 0 0,-1 0 0,1 0 0,-1 0 0,1 0 0,-1 0 0,1 1 0,-1-1 0,1 0 0,0 1 0,-1 0 0,1-1 0,0 1 0,0 0 0,-1 0 0,1 0 0,2 0 0,-1 1 0,0 0 0,0 0 0,0 0 0,0 1 0,0-1 0,0 1 0,0 0 0,-1 0 0,1 0 0,-1 0 0,0 0 0,4 5 0,5 6 0,-1 1 0,-1 0 0,0 1 0,8 18 0,160 424 0,-156-396 0,-11-34 0,-1 0 0,-2 0 0,0 1 0,-2 0 0,-2 0 0,2 45 0,-5-64 0,-1 0 0,0 0 0,0 0 0,-1-1 0,0 1 0,0 0 0,-1-1 0,0 0 0,-1 0 0,0 0 0,0 0 0,-1 0 0,1-1 0,-2 0 0,1 0 0,-1 0 0,0-1 0,0 1 0,-1-2 0,0 1 0,0-1 0,0 0 0,-1 0 0,0-1 0,-8 4 0,4-3 0,0-1 0,-1 0 0,1 0 0,-1-2 0,0 1 0,0-2 0,0 1 0,0-2 0,0 0 0,-25-3 0,19 0 0,1-1 0,-1-1 0,1-1 0,0 0 0,1-2 0,0 0 0,-19-11 0,17 8 0,1-2 0,0 0 0,1-1 0,0 0 0,1-2 0,1 0 0,0 0 0,2-2 0,-1 0 0,2 0 0,1-1 0,0 0 0,-11-31 0,17 32 0,0 0 0,2 1 0,0-1 0,1 0 0,1-1 0,1 1 0,1 0 0,3-28 0,8-35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5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4082,'-4'280'0,"0"-174"0,5-29 0,-1-76 0,0 0 0,0 0 0,0 0 0,0 0 0,0 0 0,0 0 0,0 0 0,1 0 0,-1 0 0,0 0 0,1 0 0,-1 0 0,0 0 0,1 0 0,0-1 0,-1 1 0,1 0 0,-1 0 0,1 0 0,0 0 0,0-1 0,-1 1 0,1 0 0,0-1 0,0 1 0,0-1 0,0 1 0,0-1 0,0 1 0,0-1 0,0 0 0,0 1 0,0-1 0,0 0 0,0 0 0,0 0 0,0 0 0,0 0 0,0 0 0,0 0 0,0 0 0,0 0 0,0 0 0,0-1 0,0 1 0,0 0 0,0-1 0,0 1 0,0 0 0,0-1 0,0 1 0,-1-1 0,1 0 0,0 1 0,0-1 0,0-1 0,12-6 0,-1 0 0,-1-2 0,14-12 0,-14 11 0,-3 5 0,6-8 0,0 2 0,2 0 0,-1 0 0,2 1 0,-1 1 0,27-11 0,-40 20 0,0 0 0,1 0 0,-1 0 0,0 1 0,1-1 0,-1 1 0,1 0 0,6 0 0,-8 1 0,0-1 0,0 1 0,1 0 0,-2-1 0,1 1 0,0 0 0,0 0 0,0 1 0,0-1 0,-1 0 0,1 1 0,0-1 0,-1 1 0,1-1 0,-1 1 0,0 0 0,0-1 0,1 1 0,-1 0 0,0 0 0,-1 0 0,1 0 0,0 0 0,0 0 0,0 3 0,1 7 0,0-1 0,0 1 0,-1 17 0,-1-18 0,3 62 0,-1 9 0,-2-80 0,1 11 0,0 1 0,1-1 0,6 23 0,-8-34 0,1 1 0,0-1 0,0 0 0,-1 1 0,1-1 0,1 0 0,-1 0 0,0 0 0,0 0 0,1 0 0,-1 0 0,1 0 0,0-1 0,0 1 0,-1 0 0,1-1 0,0 1 0,0-1 0,0 0 0,1 0 0,-1 0 0,0 0 0,0 0 0,1 0 0,-1-1 0,0 1 0,1-1 0,3 1 0,23-5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6.3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530 38 4082,'0'-2'0,"1"0"0,-1 0 0,0 1 0,0-1 0,-1 0 0,1 0 0,0 1 0,-1-1 0,1 0 0,-1 0 0,1 1 0,-1-1 0,0 0 0,1 1 0,-3-3 0,2 3 0,-1 0 0,0 0 0,1 0 0,-1 1 0,0-1 0,0 0 0,0 1 0,0-1 0,0 1 0,0 0 0,0 0 0,0-1 0,1 1 0,-1 0 0,-3 1 0,-5-1 0,0 1 0,0 0 0,0 0 0,1 1 0,-1 0 0,0 1 0,-13 6 0,8-2 0,1 0 0,-26 18 0,9-2 0,1 1 0,1 2 0,1 0 0,1 2 0,2 1 0,1 1 0,1 2 0,1 0 0,2 1 0,-21 48 0,15-2 0,25-72 0,0-1 0,0 0 0,1 1 0,0-1 0,0 1 0,0-1 0,1 0 0,-1 1 0,2-1 0,2 11 0,-3-15 0,0 0 0,0-1 0,-1 1 0,1-1 0,0 1 0,0-1 0,1 0 0,-1 1 0,0-1 0,0 0 0,1 0 0,-1 0 0,0 0 0,1 0 0,-1 0 0,1 0 0,-1 0 0,1-1 0,0 1 0,-1-1 0,1 1 0,0-1 0,-1 0 0,1 1 0,0-1 0,0 0 0,-1 0 0,1 0 0,0 0 0,0 0 0,-1-1 0,1 1 0,0-1 0,-1 1 0,1-1 0,0 1 0,-1-1 0,1 0 0,-1 0 0,1 0 0,1-2 0,17-8 0,0-1 0,-1 0 0,-1-2 0,0-1 0,25-26 0,71-94 0,-24 26 0,-90 109 0,0 0 0,0 0 0,0 0 0,0-1 0,0 1 0,1 0 0,-1 0 0,0 0 0,0 0 0,0 0 0,0 0 0,0 0 0,0 0 0,0 0 0,1 0 0,-1 0 0,0 0 0,0 0 0,0 0 0,0 0 0,0 0 0,0 0 0,1 0 0,-1 0 0,0 0 0,0 0 0,0 0 0,0 0 0,0 0 0,0 0 0,0 0 0,1 0 0,-1 0 0,0 0 0,0 0 0,0 0 0,0 0 0,0 0 0,0 1 0,0-1 0,0 0 0,1 0 0,-1 0 0,0 0 0,0 0 0,0 0 0,0 0 0,0 0 0,0 1 0,0-1 0,0 0 0,0 0 0,0 0 0,0 0 0,0 0 0,0 0 0,0 0 0,0 1 0,0-1 0,0 0 0,0 0 0,2 16 0,-2 19 0,-3 13 0,-1 8 0,4 76 0,1-117 0,1-1 0,0 1 0,0-1 0,2 0 0,0 0 0,0 0 0,2-1 0,-1 0 0,2 0 0,10 17 0,-15-27 0,-1-1 0,1 0 0,0 0 0,0 0 0,0 0 0,0 0 0,0 0 0,1 0 0,-1-1 0,1 1 0,3 1 0,17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6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4082,'23'378'0,"-17"-358"0,-5-20 0,-1 1 0,0-1 0,1 0 0,-1 0 0,1 0 0,-1 0 0,0 0 0,1 0 0,-1 0 0,1 0 0,-1 1 0,0-1 0,1-1 0,-1 1 0,1 0 0,-1 0 0,1 0 0,-1 0 0,0 0 0,1 0 0,-1 0 0,0-1 0,1 1 0,-1 0 0,1 0 0,-1 0 0,0-1 0,1 1 0,-1-1 0,27-31 0,-22 25 0,93-117 0,-82 107 0,0 0 0,1 1 0,1 1 0,33-22 0,-49 35 0,1 0 0,0 1 0,-1-1 0,1 1 0,0 0 0,0 0 0,0 0 0,0 0 0,0 1 0,0-1 0,0 1 0,6-1 0,-8 2 0,0-1 0,1 1 0,-1-1 0,0 1 0,1-1 0,-1 1 0,0 0 0,0 0 0,0 0 0,0-1 0,0 1 0,1 0 0,-2 0 0,1 1 0,0-1 0,0 0 0,0 0 0,0 0 0,-1 0 0,1 1 0,-1-1 0,1 0 0,-1 1 0,1-1 0,-1 0 0,0 1 0,1-1 0,-1 1 0,0 1 0,1 13 0,-1 0 0,0 0 0,-1-1 0,-4 25 0,-6 19 0,6-14 0,5-45 0,0 1 0,0-1 0,-1 1 0,1 0 0,0-1 0,0 1 0,0-1 0,0 1 0,1 0 0,-1-1 0,0 1 0,0-1 0,0 1 0,0-1 0,1 1 0,-1-1 0,0 1 0,0-1 0,1 1 0,-1-1 0,0 1 0,1-1 0,-1 1 0,1-1 0,-1 1 0,0-1 0,1 0 0,-1 1 0,1-1 0,-1 0 0,1 0 0,-1 1 0,1-1 0,0 0 0,21-8 0,24-30 0,-41 33 0,36-31 0,7 5 0,-46 29 0,0 1 0,0 0 0,1-1 0,-1 1 0,1 0 0,-1 0 0,1 0 0,-1 1 0,1-1 0,-1 0 0,1 1 0,-1 0 0,1 0 0,0-1 0,-1 2 0,1-1 0,0 0 0,-1 0 0,1 1 0,-1 0 0,1-1 0,0 1 0,-1 0 0,0 0 0,1 0 0,-1 1 0,0-1 0,1 0 0,-1 1 0,0 0 0,0-1 0,0 1 0,-1 0 0,1 0 0,0 0 0,-1 0 0,1 1 0,-1-1 0,1 0 0,-1 1 0,0-1 0,0 0 0,0 1 0,-1-1 0,1 1 0,0 3 0,5 17 0,-1 1 0,-1-1 0,1 26 0,-1-15 0,9 64 0,4-5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7.1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1 4082,'0'0'0,"-3"40"0,-3 23 0,2 5 0,-4-6 0,-3-16 0,0-21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7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4082,'0'0'0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7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528 19 4082,'-3'-2'0,"1"0"0,-1 1 0,1-1 0,-1 0 0,0 1 0,0-1 0,0 1 0,0 0 0,0 0 0,0 0 0,0 0 0,0 1 0,0-1 0,0 1 0,0 0 0,-1 0 0,1 0 0,0 0 0,-3 1 0,-7 0 0,1 1 0,0 1 0,-19 7 0,11-2 0,0 2 0,0 1 0,1 0 0,1 1 0,0 1 0,0 1 0,2 0 0,-22 24 0,6-3 0,1 2 0,-44 71 0,63-89 0,1 0 0,1 0 0,1 1 0,1 0 0,-9 32 0,15-47 0,1 0 0,0 0 0,0 1 0,1-1 0,-1 1 0,1-1 0,0 0 0,1 1 0,-1-1 0,1 1 0,0-1 0,0 0 0,1 0 0,0 0 0,0 0 0,0 0 0,0 0 0,1 0 0,0 0 0,0-1 0,0 0 0,0 1 0,1-1 0,0 0 0,0-1 0,7 7 0,-1-5 0,1 1 0,-1-2 0,1 1 0,0-1 0,0-1 0,1 0 0,-1-1 0,1 0 0,0 0 0,-1-1 0,1-1 0,0 0 0,-1-1 0,19-3 0,19-4 0,94-29 0,-131 34 0,95-32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8.7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1015 165 4082,'-15'-16'0,"0"1"0,-1 1 0,0 1 0,-1 0 0,-1 1 0,0 0 0,0 2 0,-1 0 0,-1 1 0,0 1 0,0 1 0,0 1 0,-1 1 0,0 0 0,0 2 0,-28-2 0,12 4 0,0 2 0,0 1 0,0 2 0,0 1 0,1 2 0,-58 20 0,73-20 0,1 1 0,0 1 0,0 1 0,1 1 0,0 1 0,1 0 0,1 1 0,-1 1 0,2 1 0,0 0 0,1 1 0,-18 26 0,19-20 0,1 0 0,0 1 0,2 1 0,1 0 0,1 0 0,1 1 0,1 0 0,1 0 0,1 1 0,2 0 0,0 0 0,2 28 0,1-39 0,1 0 0,0 0 0,1-1 0,1 1 0,0 0 0,1-1 0,1 0 0,0 0 0,1 0 0,0-1 0,1 0 0,1 0 0,0 0 0,0-1 0,2-1 0,-1 1 0,1-1 0,1-1 0,0 0 0,1 0 0,-1-1 0,20 10 0,-13-10 0,-1-2 0,1-1 0,0 0 0,1-1 0,-1-1 0,1 0 0,0-2 0,0 0 0,0-1 0,0-1 0,0-1 0,0 0 0,26-6 0,-10 0 0,-1-2 0,0-1 0,0-1 0,-1-2 0,-1-2 0,41-24 0,-45 21 0,-1 0 0,-1-2 0,0-2 0,-2 0 0,-1-1 0,0-1 0,30-45 0,-43 56 0,-2 0 0,0-1 0,0 1 0,-1-2 0,-1 1 0,0-1 0,-1 0 0,-1 0 0,0-1 0,-1 1 0,-1-1 0,0 0 0,-1 0 0,-1 0 0,0 1 0,-1-1 0,-6-29 0,5 38 0,-1 0 0,1 0 0,-1 1 0,0-1 0,0 1 0,-1 0 0,0 0 0,0 0 0,-1 0 0,1 1 0,-1-1 0,-1 1 0,-7-6 0,3 4 0,0 1 0,-1 0 0,1 1 0,-1 0 0,0 1 0,0 0 0,-18-4 0,-58-9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39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815 159 4082,'-7'0'0,"-1"0"0,0 0 0,0-1 0,0 0 0,1 0 0,-1-1 0,-12-4 0,16 4 0,0 0 0,0-1 0,0 0 0,0 0 0,0 0 0,1-1 0,0 1 0,-1-1 0,1 0 0,0 0 0,1 0 0,-1 0 0,-2-6 0,2 4 0,0 0 0,0 0 0,-1 0 0,0 1 0,0-1 0,0 1 0,-1 0 0,1 0 0,-1 0 0,-1 1 0,1 0 0,0 0 0,-1 0 0,0 0 0,0 1 0,0 0 0,0 0 0,-1 1 0,1 0 0,-1 0 0,1 1 0,-1-1 0,0 1 0,-9 0 0,0 1 0,0 2 0,0-1 0,0 2 0,0 0 0,0 1 0,0 1 0,1 0 0,0 1 0,0 0 0,0 2 0,1 0 0,-21 15 0,-5 7 0,0 1 0,-61 65 0,85-79 0,1 0 0,1 0 0,0 1 0,2 1 0,0 1 0,1-1 0,1 2 0,1-1 0,0 2 0,-9 37 0,16-44 0,-1-1 0,2 0 0,0 0 0,0 1 0,2-1 0,0 0 0,0 0 0,1 1 0,1-1 0,1-1 0,0 1 0,0 0 0,1-1 0,1 0 0,0 0 0,1 0 0,1-1 0,9 12 0,-7-11 0,0-1 0,1 0 0,1 0 0,0-2 0,0 1 0,1-2 0,0 1 0,1-2 0,0 0 0,0 0 0,1-2 0,0 0 0,0 0 0,1-1 0,-1-1 0,1-1 0,29 3 0,-22-5 0,0-1 0,1-1 0,-1-1 0,1-2 0,-1 0 0,0-1 0,-1-1 0,1-1 0,-1-1 0,-1-1 0,36-21 0,-24 10 0,0-1 0,-2-2 0,0-2 0,-2 0 0,28-32 0,-40 38 0,0-1 0,-1-1 0,-2-1 0,0 0 0,-1-1 0,-1 0 0,-1-1 0,11-35 0,-19 48 0,-1 1 0,0-1 0,0 1 0,-1-1 0,0 0 0,-1 0 0,0 0 0,-1 1 0,-4-21 0,4 26 0,-1 0 0,1 0 0,-1 0 0,0 1 0,0-1 0,-1 1 0,1-1 0,-1 1 0,0 0 0,0 0 0,-1 0 0,1 1 0,-1-1 0,0 1 0,0 0 0,0 0 0,0 0 0,0 0 0,-1 1 0,1 0 0,-1 0 0,-9-3 0,-1 2 0,-1 0 0,0 1 0,0 1 0,0 1 0,0 0 0,0 1 0,-28 5 0,-47 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0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2420 36 4082,'-56'-12'0,"-1"2"0,0 3 0,0 2 0,-1 3 0,1 2 0,-1 3 0,-111 21 0,144-20 0,-1 2 0,1 1 0,1 1 0,0 1 0,0 1 0,1 1 0,0 1 0,1 1 0,0 1 0,1 0 0,0 2 0,2 1 0,0 0 0,1 2 0,0 0 0,2 1 0,-17 25 0,27-35 0,-41 59 0,-64 77 0,93-126 0,-1 0 0,-1-2 0,-1 0 0,-1-1 0,0-1 0,-1-1 0,-43 22 0,26-21 0,-1-2 0,0-2 0,-1-1 0,0-3 0,-1-1 0,-72 3 0,42-10 0,0-2 0,0-4 0,-77-15 0,98 9 0,0-2 0,1-2 0,-58-27 0,34 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0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730 0 4082,'-32'23'0,"0"2"0,2 1 0,1 1 0,1 2 0,1 0 0,2 2 0,1 1 0,-30 53 0,38-57 0,-19 45 0,31-63 0,1 0 0,-1 0 0,2 0 0,-1 1 0,2-1 0,-1 1 0,1-1 0,1 1 0,0 0 0,2 16 0,0-20 0,-1 0 0,1-1 0,1 0 0,-1 1 0,1-1 0,0 0 0,0 0 0,1 0 0,0 0 0,0-1 0,0 0 0,1 0 0,0 0 0,0 0 0,0-1 0,0 1 0,7 3 0,11 4 0,0 0 0,1-2 0,0-1 0,1 0 0,47 9 0,-5-5 0,-50-10 0,-10-2 0,0-1 0,-1 1 0,1 1 0,-1 0 0,0-1 0,0 2 0,1-1 0,-1 1 0,6 4 0,-11-7 0,-1 1 0,1-1 0,-1 1 0,0-1 0,0 1 0,1-1 0,-1 1 0,0-1 0,0 1 0,0-1 0,0 1 0,1-1 0,-1 1 0,0 0 0,0-1 0,0 1 0,0-1 0,0 1 0,0-1 0,0 1 0,-1-1 0,1 1 0,0-1 0,0 1 0,0-1 0,0 1 0,-1-1 0,1 1 0,0-1 0,-1 1 0,1-1 0,0 1 0,-1-1 0,1 1 0,0-1 0,-1 0 0,1 1 0,-1-1 0,-21 17 0,22-17 0,-47 28 0,-1-2 0,-93 35 0,-104 17 0,237-76 0,-24 8 0,-1-1 0,0-2 0,-55 5 0,84-12 0,0 0 0,0 0 0,0 0 0,0 0 0,0-1 0,0 0 0,0 0 0,0 0 0,1 0 0,-1 0 0,0-1 0,1 1 0,-1-1 0,1 0 0,-1 0 0,1-1 0,0 1 0,0-1 0,0 1 0,0-1 0,-3-4 0,-9-19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1.6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264 0 4082,'3'230'0,"40"277"0,-30-426 0,-1-11 0,-9-56 0,-2-4 0,1 0 0,1 0 0,-1-1 0,1 1 0,6 10 0,-9-20 0,0 1 0,0-1 0,0 0 0,0 0 0,1 0 0,-1 0 0,0 0 0,0 0 0,0 0 0,0 0 0,1 0 0,-1 0 0,0 0 0,0 0 0,0 0 0,0 0 0,1 0 0,-1 0 0,0 0 0,0 0 0,0 0 0,0 0 0,1 0 0,-1 0 0,0 0 0,0 0 0,0-1 0,0 1 0,0 0 0,1 0 0,-1 0 0,0 0 0,0 0 0,0 0 0,0-1 0,0 1 0,0 0 0,0 0 0,1 0 0,-1 0 0,0 0 0,0-1 0,0 1 0,0 0 0,0 0 0,0 0 0,0 0 0,0-1 0,0 1 0,0 0 0,0 0 0,0 0 0,0 0 0,0-1 0,0 1 0,0 0 0,0 0 0,0 0 0,0 0 0,0-1 0,-1 1 0,1 0 0,0 0 0,0 0 0,0 0 0,0 0 0,0-1 0,1-16 0,-7-42 0,-1 1 0,-4 0 0,-2 1 0,-36-99 0,40 131 0,-2 0 0,0 1 0,-1 0 0,-20-27 0,27 44 0,0 1 0,0 0 0,-1 0 0,0 1 0,0 0 0,0 0 0,0 0 0,-10-5 0,12 8 0,0 1 0,0-1 0,0 1 0,0-1 0,0 1 0,0 1 0,0-1 0,-1 0 0,1 1 0,0 0 0,0 0 0,-1 0 0,1 1 0,0 0 0,0-1 0,-7 3 0,8-1 0,-1-1 0,1 1 0,-1 0 0,1 0 0,0 0 0,-1 0 0,1 1 0,0-1 0,1 1 0,-1 0 0,0 0 0,1 0 0,0 0 0,-3 4 0,-9 26 0,13-31 0,0-1 0,1 1 0,-1 0 0,1 0 0,0 0 0,0 0 0,0 0 0,0 0 0,0 0 0,0 0 0,0 0 0,0 0 0,1 0 0,-1 0 0,1-1 0,0 1 0,-1 0 0,1 0 0,0 0 0,0-1 0,0 1 0,0-1 0,2 3 0,-1-2 0,1-1 0,-1 1 0,1-1 0,-1 0 0,1 1 0,-1-1 0,1-1 0,0 1 0,0 0 0,-1-1 0,1 1 0,0-1 0,0 0 0,3 0 0,7 0 0,-1-1 0,0-1 0,0 0 0,0-1 0,0 0 0,17-8 0,94-50 0,36-15 0,-136 67 0,0 0 0,1 2 0,0 1 0,47-6 0,-67 11 0,0 1 0,0 0 0,0 0 0,0 0 0,0 1 0,1-1 0,-1 1 0,0 0 0,0 0 0,-1 1 0,1-1 0,0 1 0,0 0 0,-1 0 0,1 0 0,-1 0 0,1 0 0,-1 1 0,0 0 0,0 0 0,0-1 0,-1 2 0,1-1 0,-1 0 0,1 1 0,-1-1 0,0 1 0,0-1 0,-1 1 0,1 0 0,1 5 0,2 11 0,0 0 0,-2 0 0,0 1 0,0 38 0,-2-34 0,9 107 0,0-78 0,3-16 0,-6-18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2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559 0 4082,'-42'8'0,"0"2"0,1 1 0,1 2 0,0 2 0,1 1 0,-48 29 0,70-35 0,1 0 0,0 1 0,0 1 0,1 1 0,1 0 0,0 1 0,1 1 0,1 0 0,0 0 0,1 1 0,0 1 0,2 0 0,0 0 0,1 1 0,-11 34 0,14-32 0,1 1 0,1-1 0,1 0 0,0 1 0,2 0 0,0-1 0,2 1 0,0-1 0,5 21 0,-5-34 0,0 1 0,1-1 0,0 1 0,0-1 0,4 7 0,-3-9 0,0 1 0,0-1 0,0 0 0,1 0 0,8 6 0,31 17 0,10-13 0,6-12 0,-41-4 0,-1-2 0,1 0 0,-1-1 0,1-1 0,-2-1 0,1 0 0,0-1 0,-1-1 0,-1-1 0,1 0 0,-1-2 0,-1 1 0,0-2 0,-1 0 0,0-1 0,0 0 0,-2-1 0,0 0 0,0-1 0,14-26 0,-17 28 0,-1-1 0,-1-1 0,0 1 0,-1-1 0,-1 0 0,0-1 0,-1 0 0,-1 1 0,0-1 0,-1 0 0,-1 0 0,0-1 0,-1 1 0,-1 0 0,-1 0 0,0 0 0,-1 0 0,0 1 0,-2-1 0,0 1 0,0 0 0,-2 0 0,0 0 0,-11-17 0,17 30 0,0 0 0,0 0 0,0 0 0,-1 0 0,1 0 0,-1 0 0,0 0 0,1 0 0,-1 1 0,0-1 0,0 0 0,0 1 0,0 0 0,0-1 0,-1 1 0,1 0 0,0 0 0,0 0 0,-1 1 0,1-1 0,-1 1 0,1-1 0,-1 1 0,1 0 0,-1-1 0,1 1 0,0 1 0,-1-1 0,1 0 0,-1 1 0,-3 0 0,-2 3 0,-1 0 0,1 1 0,0 0 0,1 1 0,-1-1 0,-11 13 0,4-5 0,-1-1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2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4082,'10'0'0,"2"0"0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3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4082,'0'0'0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3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330 1 4082,'0'0'0,"-19"16"0,-29 18 0,-12 26 0,0 26 0,0 25 0,11-2 0,15-14 0,34-25 0,28-29 0,18-26 0,14-17 0,28-11 0,1-9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7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17 111 4082,'-16'-97'0,"16"97"0,0-1 0,0 1 0,0-1 0,0 1 0,0 0 0,0-1 0,0 1 0,0-1 0,0 1 0,0-1 0,0 1 0,0 0 0,0-1 0,0 1 0,0-1 0,0 1 0,1 0 0,-1-1 0,0 1 0,0-1 0,0 1 0,1 0 0,-1-1 0,0 1 0,0 0 0,1-1 0,-1 1 0,0 0 0,1 0 0,-1-1 0,0 1 0,1 0 0,-1 0 0,0-1 0,1 1 0,-1 0 0,1 0 0,-1 0 0,0 0 0,1 0 0,-1 0 0,1 0 0,-1 0 0,0 0 0,1 0 0,-1 0 0,1 0 0,-1 0 0,1 0 0,-1 0 0,0 0 0,1 0 0,-1 0 0,1 0 0,-1 1 0,0-1 0,1 0 0,-1 0 0,0 1 0,1-1 0,2 2 0,-1-1 0,0 0 0,0 1 0,0-1 0,0 1 0,0-1 0,0 1 0,0 0 0,0 0 0,2 3 0,1 7 0,0 0 0,0 1 0,-1 0 0,-1 0 0,0 0 0,0 0 0,-2 0 0,1 0 0,-2 16 0,-10 122 0,-2-50 0,0-1 0,5-6 0,11-41 0,-4-50 0,1-1 0,-1 1 0,1-1 0,0 1 0,0-1 0,0 1 0,0-1 0,0 0 0,1 1 0,-1-1 0,1 0 0,-1 0 0,1 0 0,0 0 0,0 0 0,2 1 0,10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8.1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4082,'-16'297'0,"13"-178"0,5 380 0,6-416 0,5-11 0,2-10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8.4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4082,'0'0'0,"27"0"0,30 0 0,7 0 0,-7 0 0,-3 0 0,-17-2 0,-8-1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8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 4082,'0'0'0,"0"27"0,0 34 0,-3 18 0,-4 13 0,4 3 0,0-10 0,3-25 0,13-41 0,2-17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47:48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4082,'0'0'0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0:24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4082,'19'-6'0,"1"2"0,1 0 0,-1 1 0,0 1 0,35 2 0,104 14 0,-148-13 0,32 4 0,60 12 0,-52-9 0,5-1 0,4-4 0,5-1 0,2-1 0,0-1 0,0-1 0,4-3 0,0 0 0,1-2 0,0 0 0,-2-1 0,0-2 0,7 2 0,10-4 0,3 1 0,69-4 0,-87 9 0,-7 1 0,4-2 0,9 0 0,10-5 0,1 0 0,294-17 0,-322 28 0,9 0 0,180 2 0,-173-2 0,3 0 0,4 1 0,6 1 0,7 2 0,-11 0 0,275 23 0,-300-17 0,49 7 0,61 11 0,274 8 0,-78-48 0,-302 6 0,-51 5 0,542-52 0,-490 44 0,46-5 0,217 2 0,-267 12 0,341-6 0,-345 3 0,-55 3 0,191-6 0,-135 8 0,4-2 0,6-2 0,0 2 0,4 2 0,5-2 0,6 0 0,-1 0 0,-3 0 0,-9 1 0,-10 2 0,-8 0 0,-12-6 0,-13-1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08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23 4082,'-11'-5'0,"0"1"0,0 0 0,-1 1 0,1 1 0,-19-3 0,26 5 0,0 0 0,0 1 0,0-1 0,0 1 0,1-1 0,-1 1 0,0 0 0,0 0 0,0 1 0,1-1 0,-1 1 0,1 0 0,-1 0 0,1 0 0,0 1 0,0-1 0,0 1 0,0-1 0,0 1 0,-4 6 0,-8 12 0,1 1 0,2 1 0,0 0 0,1 0 0,2 1 0,0 0 0,1 1 0,2 0 0,1 0 0,0 1 0,2 0 0,0 33 0,3-21 0,1-1 0,2 1 0,2-1 0,1 0 0,2 0 0,1-1 0,28 68 0,-10-54 0,5-2 0,3-1 0,5-6 0,-5-14 0,-10-16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09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4082,'0'0'0,"0"24"0,0 36 0,0 22 0,-3 26 0,-3 24 0,-1 13 0,4-15 0,0-16 0,9-22 0,1-49 0,-4-34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0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0 287 4082,'5'-11'0,"-1"0"0,1 0 0,1 1 0,0 0 0,1 0 0,0 0 0,0 1 0,1 0 0,0 0 0,1 1 0,0 0 0,10-7 0,8-5 0,1 1 0,1 2 0,32-15 0,-33 20 0,1 1 0,1 0 0,-1 3 0,1 0 0,55-6 0,-63 12 0,0 1 0,-1 1 0,1 1 0,0 0 0,-1 2 0,0 0 0,1 2 0,-1 0 0,21 9 0,-36-12 0,-1 1 0,1-1 0,-1 1 0,1 0 0,-1 1 0,0-1 0,0 1 0,-1 0 0,1 0 0,-1 0 0,0 1 0,0 0 0,0 0 0,-1 0 0,1 0 0,-1 0 0,3 8 0,-4-6 0,0 0 0,-1 0 0,0 0 0,0 1 0,0-1 0,-1 1 0,0-1 0,-1 0 0,1 1 0,-1-1 0,-1 0 0,0 1 0,0-1 0,-4 9 0,-7 15 0,-2-1 0,-1-1 0,-1 0 0,-1-1 0,-2-1 0,-1-1 0,-1-1 0,-1-1 0,-26 22 0,-10 3 0,10-10 0,22-12 0,27-25 0,0-1 0,-1 0 0,1 0 0,0 0 0,0 0 0,-1 1 0,1-1 0,0 0 0,0 0 0,0 0 0,1 1 0,-1-1 0,0 0 0,0 0 0,1 0 0,-1 0 0,1 1 0,-1-1 0,1 0 0,-1 0 0,1 0 0,-1 0 0,1 0 0,0 0 0,0 0 0,0-1 0,-1 1 0,1 0 0,0 0 0,0 0 0,0-1 0,2 2 0,42 26 0,-32-20 0,18 11 0,5 5 0,2-1 0,1-1 0,57 21 0,-84-38 0,1-1 0,0-1 0,0 0 0,0-1 0,0 0 0,0-1 0,1 0 0,-1-1 0,0-1 0,0 0 0,0-1 0,0 0 0,0-1 0,0-1 0,23-9 0,-17 4 0,-1-2 0,-1 1 0,0-2 0,-1 0 0,0-2 0,0 1 0,-2-2 0,18-20 0,7-22 0,-34 48 0,-1-1 0,0 0 0,6-20 0,-9 23 0,1 0 0,-1-1 0,0 1 0,-1 0 0,0-14 0,0 19 0,0 0 0,0 0 0,0 0 0,-1 0 0,1 0 0,0 0 0,-1 0 0,0 0 0,1 0 0,-1 0 0,0 0 0,0 0 0,0 1 0,0-1 0,0 0 0,0 1 0,-1-1 0,1 1 0,-1-1 0,1 1 0,-1-1 0,1 1 0,-1 0 0,0 0 0,0 0 0,1 0 0,-1 0 0,0 0 0,0 1 0,0-1 0,0 0 0,0 1 0,-3-1 0,2 2 0,0-1 0,0 1 0,0-1 0,0 1 0,0 0 0,0 0 0,0 1 0,0-1 0,0 0 0,1 1 0,-1 0 0,0 0 0,1 0 0,0 0 0,-1 0 0,1 0 0,0 0 0,0 1 0,0-1 0,0 1 0,-2 4 0,-3 7 0,1 0 0,1 0 0,0 1 0,1-1 0,1 1 0,0 0 0,1 0 0,1 0 0,0 0 0,1 0 0,0 0 0,1 0 0,4 20 0,-1-13 0,1-1 0,1 1 0,0-1 0,2 0 0,0-1 0,1 0 0,2 0 0,16 25 0,-22-38 0,-1-1 0,1 1 0,1-1 0,-1 0 0,1 0 0,0-1 0,0 0 0,0 0 0,1 0 0,0-1 0,0 0 0,0 0 0,0-1 0,1 0 0,-1 0 0,1-1 0,0 0 0,-1 0 0,1-1 0,0 0 0,0 0 0,0-1 0,0 0 0,1 0 0,-1-1 0,-1 0 0,1 0 0,0-1 0,0 0 0,0-1 0,-1 0 0,1 0 0,12-7 0,36-22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0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 15 4082,'-47'-5'0,"13"0"0,-1 2 0,-59 2 0,85 1 0,-1 1 0,1 1 0,0 0 0,-1 0 0,1 0 0,0 1 0,0 1 0,0 0 0,1 0 0,-1 0 0,1 1 0,0 0 0,1 1 0,-13 11 0,10-5 0,0 0 0,0 1 0,1 1 0,1-1 0,1 2 0,-1-1 0,2 1 0,0 0 0,1 0 0,-3 18 0,-2 13 0,3 0 0,-2 53 0,6 18 0,4-105 0,0 1 0,0-1 0,1 0 0,7 21 0,-9-30 0,1 0 0,0-1 0,0 1 0,0-1 0,0 1 0,0 0 0,0-1 0,1 0 0,-1 1 0,1-1 0,0 0 0,-1 0 0,1 0 0,0 0 0,0 0 0,1 0 0,-1-1 0,0 1 0,0-1 0,1 1 0,-1-1 0,1 0 0,-1 0 0,1 0 0,0 0 0,-1-1 0,1 1 0,4 0 0,-3-2 0,0 0 0,0 0 0,1 0 0,-1-1 0,0 1 0,0-1 0,0 0 0,-1 0 0,1-1 0,0 1 0,-1-1 0,0 0 0,1 0 0,-1 0 0,0 0 0,-1 0 0,5-6 0,23-34 0,26-49 0,21-30 0,-75 119 0,0 0 0,0 0 0,1 0 0,0 1 0,-1-1 0,1 1 0,0-1 0,6-2 0,-8 4 0,0 1 0,0-1 0,1 1 0,-1-1 0,0 1 0,1 0 0,-1-1 0,0 1 0,1 0 0,-1 0 0,0 0 0,1 0 0,-1 0 0,0 1 0,1-1 0,-1 0 0,2 1 0,1 2 0,0-1 0,0 1 0,-1 0 0,1 0 0,-1 0 0,0 0 0,0 1 0,0-1 0,0 1 0,-1 0 0,0-1 0,4 9 0,32 51 0,-28-54 0,19 19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1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1 4082,'-15'4'0,"1"1"0,-1 0 0,1 1 0,0 1 0,0 0 0,1 1 0,0 0 0,0 1 0,1 0 0,0 1 0,1 1 0,0 0 0,1 0 0,-15 22 0,8-9 0,2 0 0,0 1 0,2 1 0,1 0 0,1 1 0,-14 49 0,22-64 0,1 1 0,0 0 0,0 0 0,1 0 0,1 1 0,0-1 0,1 0 0,3 19 0,-3-28 0,0 1 0,0-1 0,0 0 0,1 0 0,-1 0 0,1 0 0,0 0 0,1 0 0,-1-1 0,0 1 0,1-1 0,0 1 0,0-1 0,0 0 0,0 0 0,1 0 0,-1-1 0,1 1 0,0-1 0,-1 0 0,1 0 0,0 0 0,0 0 0,0-1 0,1 0 0,-1 1 0,0-2 0,8 2 0,-2-2 0,1 1 0,-1-2 0,1 0 0,-1 0 0,1-1 0,-1 0 0,0-1 0,14-5 0,81-41 0,-71 31 0,188-97 0,-136 69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1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4082,'0'0'0,"-3"43"0,-4 30 0,4 21 0,-5 37 0,-3 47 0,0 25 0,8-19 0,1-36 0,2-35 0,0-25 0,0-49 0,-6-48 0,-2-15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1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4082,'0'0'0,"28"6"0,26 0 0,17 6 0,16-4 0,8-6 0,-1-14 0,-18-4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9:52:12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0 4082,'0'0'0,"25"20"0,22 26 0,-2 17 0,-15 25 0,-16 19 0,-24 20 0,-29 24 0,-19 7 0,-28 0 0,-22-1 0,-15-7 0,26-43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0BE78-136C-4EB0-82F8-6F89320A54EA}" type="datetimeFigureOut">
              <a:rPr lang="en-DK" smtClean="0"/>
              <a:t>11/17/2025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A648-1CE8-47C1-8D94-DC119F73BBF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0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BF21-D100-58BA-2A9A-AA47992FE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3EB9C-721A-9FB8-5398-4E371F2D9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6E3C-6FF1-3F8B-2D7E-FFFA717F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6793-4689-4450-BBD5-52E095995AB4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01E2-FD53-F774-6341-8F8C917D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175DA-A416-D7BB-6DC8-FE452C28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93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A4B64-6FC0-6FF4-F571-2FEAD9E9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872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D8C12E-0F49-1D34-0629-634F2DC4E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715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3DC9-BD94-4AC6-862A-72BB2C808742}" type="datetime1">
              <a:rPr lang="en-GB" smtClean="0"/>
              <a:t>17/11/2025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A377D9-3740-2C83-B406-E753A84E5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FDB3C-90B0-2C0C-2115-D4B04E0D20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544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C7C4-8396-4AD9-AB86-DC712A0EFCFE}" type="datetime1">
              <a:rPr lang="en-GB" smtClean="0"/>
              <a:t>17/11/2025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512E6A2-2293-A928-AB39-32D7D9B74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8EAD0E3-90AA-B15A-88B3-788DBF88D2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80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A6DB-E428-3E3C-5810-14D00E9D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B175-2DA6-A4C3-F3B8-4DCF20A1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564D-DD79-04C4-8B8C-709511FD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8E59-050B-4366-84EA-080054D5E230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06FE-7737-9395-BA25-DAB5C598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FE83-558E-76DE-1FF2-4D4DAECE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315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5F89-5DB5-8D97-C1ED-626686EA8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02F52-C039-B7D0-A6D7-9739AE8CE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3DC9-BD94-4AC6-862A-72BB2C808742}" type="datetime1">
              <a:rPr lang="en-GB" smtClean="0"/>
              <a:t>17/11/2025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70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3E915-DEB9-6FC4-AD93-375F5E2C1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EDB7-2DD9-A236-98FC-512EBBE44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C7C4-8396-4AD9-AB86-DC712A0EFCFE}" type="datetime1">
              <a:rPr lang="en-GB" smtClean="0"/>
              <a:t>17/11/2025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738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418A-057B-4C2E-93FA-17F897B8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0CD17-38F4-7700-1B9A-633B6963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2AB7-0D4D-492D-BB9D-EF4B5CB6CF5C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FE04E-4D0B-72FA-C518-84AA1A4B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4D84-6DDF-2077-A41A-4F01E316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217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81138-4B66-1778-1AA7-726624EE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FB4F7-4E06-40F8-B9AE-4E9A7A1B1AF7}" type="datetime1">
              <a:rPr lang="en-GB" smtClean="0"/>
              <a:t>17/11/2025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35E46-99EE-E6D6-8659-EFD15062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95D54-747E-93C2-C364-E01401D7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077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64F1-2A11-CFFA-28AD-04F1DFDA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E1A9-D7D8-2E14-5C65-010F7B6E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9F927-A4B5-C63C-D954-DE99094C3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2D662-5562-7F73-75D8-58C4256B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3398-F49B-4B40-902F-F2930C8E660D}" type="datetime1">
              <a:rPr lang="en-GB" smtClean="0"/>
              <a:t>17/11/2025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2CD43-D4BB-EB77-B425-6770D342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A971C-C823-2BEF-1354-11684A3B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7059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D457-6F22-45D1-EE6D-8EEF07BA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BAEFD-A631-F37B-806A-BB637DBA3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D8DA-DE0F-03CA-68E0-669B0075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DCC81-4FAC-A639-541C-B75B43AA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5C9C-C9DF-45BD-B3C8-5E200BDF343E}" type="datetime1">
              <a:rPr lang="en-GB" smtClean="0"/>
              <a:t>17/11/2025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D2025-6D17-CFF4-C718-8CF60332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7822F-E4DE-EF3D-CA30-F5CCDE7C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42213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BB00-C781-D8D8-3810-CCF06B87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17AEE-F21D-FB0D-C686-A3F0FD5B2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19BF-8410-323B-094A-5A0BACBD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9423-8165-4D45-9F17-BFF78B5B45F6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B115-C233-AABF-4ED7-913BC011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284D-E360-98EB-28A2-3FE7EF7B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7031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84C95-30FE-3D62-185E-5AA38C690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8C976-24F7-D2FE-BECA-961D27396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D152-5620-08B7-B73D-EC5548C1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C7C3-C859-4CA7-AD91-41E5A28A701C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58138-0F5E-CEB7-35CC-69A07261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8787-DC29-887B-E5FE-4C320E38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190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1E99-CAEA-8CBF-A5FC-012A6EE9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0E41-C896-0F99-45A3-B81FAFD6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9CAF-3489-0443-23F3-4CD8F218B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9F4E5-5F03-405E-B568-481C0BFC7286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0A08-A693-B5A1-176D-719DC267F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F30A6-9A94-E5BE-138A-62628E3D9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609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9" Type="http://schemas.openxmlformats.org/officeDocument/2006/relationships/image" Target="../media/image30.png"/><Relationship Id="rId21" Type="http://schemas.openxmlformats.org/officeDocument/2006/relationships/customXml" Target="../ink/ink20.xml"/><Relationship Id="rId34" Type="http://schemas.openxmlformats.org/officeDocument/2006/relationships/image" Target="../media/image28.png"/><Relationship Id="rId42" Type="http://schemas.openxmlformats.org/officeDocument/2006/relationships/customXml" Target="../ink/ink31.xml"/><Relationship Id="rId7" Type="http://schemas.openxmlformats.org/officeDocument/2006/relationships/customXml" Target="../ink/ink13.xml"/><Relationship Id="rId2" Type="http://schemas.openxmlformats.org/officeDocument/2006/relationships/image" Target="../media/image12.png"/><Relationship Id="rId16" Type="http://schemas.openxmlformats.org/officeDocument/2006/relationships/image" Target="../media/image19.png"/><Relationship Id="rId29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15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37" Type="http://schemas.openxmlformats.org/officeDocument/2006/relationships/image" Target="../media/image29.png"/><Relationship Id="rId40" Type="http://schemas.openxmlformats.org/officeDocument/2006/relationships/customXml" Target="../ink/ink30.xml"/><Relationship Id="rId45" Type="http://schemas.openxmlformats.org/officeDocument/2006/relationships/image" Target="../media/image33.png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25.png"/><Relationship Id="rId36" Type="http://schemas.openxmlformats.org/officeDocument/2006/relationships/customXml" Target="../ink/ink28.xml"/><Relationship Id="rId10" Type="http://schemas.openxmlformats.org/officeDocument/2006/relationships/image" Target="../media/image16.png"/><Relationship Id="rId19" Type="http://schemas.openxmlformats.org/officeDocument/2006/relationships/customXml" Target="../ink/ink19.xml"/><Relationship Id="rId31" Type="http://schemas.openxmlformats.org/officeDocument/2006/relationships/customXml" Target="../ink/ink25.xml"/><Relationship Id="rId44" Type="http://schemas.openxmlformats.org/officeDocument/2006/relationships/customXml" Target="../ink/ink32.xml"/><Relationship Id="rId4" Type="http://schemas.openxmlformats.org/officeDocument/2006/relationships/image" Target="../media/image13.png"/><Relationship Id="rId9" Type="http://schemas.openxmlformats.org/officeDocument/2006/relationships/customXml" Target="../ink/ink14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23.xml"/><Relationship Id="rId30" Type="http://schemas.openxmlformats.org/officeDocument/2006/relationships/image" Target="../media/image26.png"/><Relationship Id="rId35" Type="http://schemas.openxmlformats.org/officeDocument/2006/relationships/customXml" Target="../ink/ink27.xml"/><Relationship Id="rId43" Type="http://schemas.openxmlformats.org/officeDocument/2006/relationships/image" Target="../media/image32.png"/><Relationship Id="rId8" Type="http://schemas.openxmlformats.org/officeDocument/2006/relationships/image" Target="../media/image15.png"/><Relationship Id="rId3" Type="http://schemas.openxmlformats.org/officeDocument/2006/relationships/customXml" Target="../ink/ink11.xml"/><Relationship Id="rId12" Type="http://schemas.openxmlformats.org/officeDocument/2006/relationships/image" Target="../media/image17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33" Type="http://schemas.openxmlformats.org/officeDocument/2006/relationships/customXml" Target="../ink/ink26.xml"/><Relationship Id="rId38" Type="http://schemas.openxmlformats.org/officeDocument/2006/relationships/customXml" Target="../ink/ink29.xml"/><Relationship Id="rId46" Type="http://schemas.openxmlformats.org/officeDocument/2006/relationships/customXml" Target="../ink/ink33.xml"/><Relationship Id="rId20" Type="http://schemas.openxmlformats.org/officeDocument/2006/relationships/image" Target="../media/image21.png"/><Relationship Id="rId4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39.xml"/><Relationship Id="rId18" Type="http://schemas.openxmlformats.org/officeDocument/2006/relationships/image" Target="../media/image41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12" Type="http://schemas.openxmlformats.org/officeDocument/2006/relationships/image" Target="../media/image38.png"/><Relationship Id="rId17" Type="http://schemas.openxmlformats.org/officeDocument/2006/relationships/customXml" Target="../ink/ink41.xml"/><Relationship Id="rId2" Type="http://schemas.openxmlformats.org/officeDocument/2006/relationships/hyperlink" Target="https://redux.js.org/usage/nextjs" TargetMode="External"/><Relationship Id="rId16" Type="http://schemas.openxmlformats.org/officeDocument/2006/relationships/image" Target="../media/image40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customXml" Target="../ink/ink38.xml"/><Relationship Id="rId5" Type="http://schemas.openxmlformats.org/officeDocument/2006/relationships/customXml" Target="../ink/ink35.xml"/><Relationship Id="rId15" Type="http://schemas.openxmlformats.org/officeDocument/2006/relationships/customXml" Target="../ink/ink40.xml"/><Relationship Id="rId10" Type="http://schemas.openxmlformats.org/officeDocument/2006/relationships/image" Target="../media/image37.png"/><Relationship Id="rId19" Type="http://schemas.openxmlformats.org/officeDocument/2006/relationships/customXml" Target="../ink/ink42.xml"/><Relationship Id="rId4" Type="http://schemas.openxmlformats.org/officeDocument/2006/relationships/image" Target="../media/image34.png"/><Relationship Id="rId9" Type="http://schemas.openxmlformats.org/officeDocument/2006/relationships/customXml" Target="../ink/ink37.xml"/><Relationship Id="rId1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3090-ABB0-EA63-E6BD-B64D8A605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WEB3, Session 11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3E6E0-17F9-91E7-C03C-5B4F062BC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Server-Side Rendering</a:t>
            </a:r>
            <a:endParaRPr lang="en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7FAC4-A02A-DE70-BAE7-5DB480DC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3405-34A3-4776-AABD-3EA9200042CA}" type="datetime1">
              <a:rPr lang="en-GB" smtClean="0"/>
              <a:t>17/11/2025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4DB3A-2F82-959F-C553-4CE60E1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Ole I Hougaard, olehougaard@gmail.com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96329-581A-DA6A-71CD-5FDF0FF3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494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DF5C-1EAE-5BF4-F5A3-9FAF72E7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more </a:t>
            </a:r>
            <a:r>
              <a:rPr lang="da-DK" dirty="0" err="1"/>
              <a:t>things</a:t>
            </a:r>
            <a:r>
              <a:rPr lang="da-DK" dirty="0"/>
              <a:t> </a:t>
            </a:r>
            <a:r>
              <a:rPr lang="da-DK" dirty="0" err="1"/>
              <a:t>change</a:t>
            </a:r>
            <a:r>
              <a:rPr lang="da-DK" dirty="0"/>
              <a:t> … (1999)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0C38-32A5-2E56-6E40-281E87CEF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 I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see</a:t>
            </a:r>
            <a:r>
              <a:rPr lang="da-DK" dirty="0"/>
              <a:t> a page, but </a:t>
            </a:r>
            <a:r>
              <a:rPr lang="da-DK" dirty="0" err="1"/>
              <a:t>when</a:t>
            </a:r>
            <a:r>
              <a:rPr lang="da-DK" dirty="0"/>
              <a:t> I </a:t>
            </a:r>
            <a:r>
              <a:rPr lang="da-DK" dirty="0" err="1"/>
              <a:t>interact</a:t>
            </a:r>
            <a:r>
              <a:rPr lang="da-DK" dirty="0"/>
              <a:t>…</a:t>
            </a:r>
          </a:p>
          <a:p>
            <a:r>
              <a:rPr lang="da-DK" i="1" dirty="0"/>
              <a:t>First</a:t>
            </a:r>
            <a:r>
              <a:rPr lang="da-DK" dirty="0"/>
              <a:t> send data to the server</a:t>
            </a:r>
          </a:p>
          <a:p>
            <a:r>
              <a:rPr lang="da-DK" i="1" dirty="0" err="1"/>
              <a:t>Then</a:t>
            </a:r>
            <a:r>
              <a:rPr lang="da-DK" dirty="0"/>
              <a:t> the server </a:t>
            </a:r>
            <a:r>
              <a:rPr lang="da-DK" dirty="0" err="1"/>
              <a:t>fetches</a:t>
            </a:r>
            <a:r>
              <a:rPr lang="da-DK" dirty="0"/>
              <a:t> data</a:t>
            </a:r>
          </a:p>
          <a:p>
            <a:r>
              <a:rPr lang="da-DK" i="1" dirty="0" err="1"/>
              <a:t>Then</a:t>
            </a:r>
            <a:r>
              <a:rPr lang="da-DK" i="1" dirty="0"/>
              <a:t> </a:t>
            </a:r>
            <a:r>
              <a:rPr lang="da-DK" dirty="0"/>
              <a:t>the server </a:t>
            </a:r>
            <a:r>
              <a:rPr lang="da-DK" dirty="0" err="1"/>
              <a:t>creates</a:t>
            </a:r>
            <a:r>
              <a:rPr lang="da-DK" dirty="0"/>
              <a:t> HTML</a:t>
            </a:r>
          </a:p>
          <a:p>
            <a:r>
              <a:rPr lang="da-DK" i="1" dirty="0" err="1"/>
              <a:t>Then</a:t>
            </a:r>
            <a:r>
              <a:rPr lang="da-DK" i="1" dirty="0"/>
              <a:t> </a:t>
            </a:r>
            <a:r>
              <a:rPr lang="da-DK" dirty="0"/>
              <a:t>the HTML is send over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dial</a:t>
            </a:r>
            <a:r>
              <a:rPr lang="da-DK" dirty="0"/>
              <a:t>-up </a:t>
            </a:r>
            <a:r>
              <a:rPr lang="da-DK" dirty="0" err="1"/>
              <a:t>connection</a:t>
            </a:r>
            <a:endParaRPr lang="da-DK" dirty="0"/>
          </a:p>
          <a:p>
            <a:r>
              <a:rPr lang="da-DK" i="1" dirty="0"/>
              <a:t>Time </a:t>
            </a:r>
            <a:r>
              <a:rPr lang="da-DK" i="1" dirty="0" err="1"/>
              <a:t>spent</a:t>
            </a:r>
            <a:r>
              <a:rPr lang="da-DK" i="1" dirty="0"/>
              <a:t> on an </a:t>
            </a:r>
            <a:r>
              <a:rPr lang="da-DK" i="1" dirty="0" err="1"/>
              <a:t>interaction</a:t>
            </a:r>
            <a:r>
              <a:rPr lang="da-DK" dirty="0"/>
              <a:t> is </a:t>
            </a:r>
            <a:r>
              <a:rPr lang="da-DK" dirty="0" err="1"/>
              <a:t>too</a:t>
            </a:r>
            <a:r>
              <a:rPr lang="da-DK" dirty="0"/>
              <a:t> long</a:t>
            </a:r>
            <a:endParaRPr lang="da-DK" i="1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B3507-45F7-02EF-1031-41A67995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D1AE6-526A-C00E-6F19-B630B5B1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1C02-B3C0-17BB-2C83-5733C9E3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905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CE92-CD82-31BC-0566-329C5D59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… the more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stay</a:t>
            </a:r>
            <a:r>
              <a:rPr lang="da-DK" dirty="0"/>
              <a:t> the same (2024)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F8D5-5AC5-252A-E860-4335DB5A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I'm</a:t>
            </a:r>
            <a:r>
              <a:rPr lang="da-DK" dirty="0"/>
              <a:t> </a:t>
            </a:r>
            <a:r>
              <a:rPr lang="da-DK" dirty="0" err="1"/>
              <a:t>connected</a:t>
            </a:r>
            <a:r>
              <a:rPr lang="da-DK" dirty="0"/>
              <a:t> to the server, but …</a:t>
            </a:r>
          </a:p>
          <a:p>
            <a:r>
              <a:rPr lang="da-DK" i="1" dirty="0"/>
              <a:t>First</a:t>
            </a:r>
            <a:r>
              <a:rPr lang="da-DK" dirty="0"/>
              <a:t> the scripts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loaded</a:t>
            </a:r>
            <a:endParaRPr lang="da-DK" dirty="0"/>
          </a:p>
          <a:p>
            <a:r>
              <a:rPr lang="da-DK" i="1" dirty="0" err="1"/>
              <a:t>Then</a:t>
            </a:r>
            <a:r>
              <a:rPr lang="da-DK" dirty="0"/>
              <a:t> the scripts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compiled</a:t>
            </a:r>
            <a:endParaRPr lang="da-DK" dirty="0"/>
          </a:p>
          <a:p>
            <a:r>
              <a:rPr lang="da-DK" i="1" dirty="0" err="1"/>
              <a:t>Then</a:t>
            </a:r>
            <a:r>
              <a:rPr lang="da-DK" i="1" dirty="0"/>
              <a:t> </a:t>
            </a:r>
            <a:r>
              <a:rPr lang="da-DK" dirty="0"/>
              <a:t>the scripts </a:t>
            </a:r>
            <a:r>
              <a:rPr lang="da-DK" dirty="0" err="1"/>
              <a:t>are</a:t>
            </a:r>
            <a:r>
              <a:rPr lang="da-DK" dirty="0"/>
              <a:t> run</a:t>
            </a:r>
          </a:p>
          <a:p>
            <a:r>
              <a:rPr lang="da-DK" i="1" dirty="0" err="1"/>
              <a:t>Then</a:t>
            </a:r>
            <a:r>
              <a:rPr lang="da-DK" dirty="0"/>
              <a:t> the data is </a:t>
            </a:r>
            <a:r>
              <a:rPr lang="da-DK" dirty="0" err="1"/>
              <a:t>fetched</a:t>
            </a:r>
            <a:endParaRPr lang="da-DK" dirty="0"/>
          </a:p>
          <a:p>
            <a:r>
              <a:rPr lang="da-DK" i="1" dirty="0" err="1"/>
              <a:t>Then</a:t>
            </a:r>
            <a:r>
              <a:rPr lang="da-DK" i="1" dirty="0"/>
              <a:t> </a:t>
            </a:r>
            <a:r>
              <a:rPr lang="da-DK" dirty="0"/>
              <a:t>the page is rendered</a:t>
            </a:r>
          </a:p>
          <a:p>
            <a:r>
              <a:rPr lang="da-DK" i="1" dirty="0"/>
              <a:t>Time to </a:t>
            </a:r>
            <a:r>
              <a:rPr lang="da-DK" i="1" dirty="0" err="1"/>
              <a:t>interactive</a:t>
            </a:r>
            <a:r>
              <a:rPr lang="da-DK" dirty="0"/>
              <a:t> is </a:t>
            </a:r>
            <a:r>
              <a:rPr lang="da-DK" dirty="0" err="1"/>
              <a:t>too</a:t>
            </a:r>
            <a:r>
              <a:rPr lang="da-DK" dirty="0"/>
              <a:t> long</a:t>
            </a:r>
            <a:endParaRPr lang="en-DK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8BDDF-8028-9B39-248F-C2C7DC3C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A4EF8-C7D7-1736-F57E-CF0291E4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FFD62-C26A-C349-63AF-8F54B605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2741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AE7A-3FE9-3063-C08B-5E41B386C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SPA and back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867E-5944-9AEF-1B8C-760CA7AAF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reasons for single-page applications:</a:t>
            </a:r>
          </a:p>
          <a:p>
            <a:pPr lvl="1"/>
            <a:r>
              <a:rPr lang="en-GB" dirty="0"/>
              <a:t>Immediate user interactions </a:t>
            </a:r>
          </a:p>
          <a:p>
            <a:pPr lvl="1"/>
            <a:r>
              <a:rPr lang="en-GB" noProof="0" dirty="0"/>
              <a:t>Distributing the generation of HTML (or HTML DOM)</a:t>
            </a:r>
          </a:p>
          <a:p>
            <a:pPr lvl="1"/>
            <a:r>
              <a:rPr lang="en-GB" noProof="0" dirty="0"/>
              <a:t>Lower bandwidth - the data is smaller than the HTML generated from it</a:t>
            </a:r>
          </a:p>
          <a:p>
            <a:r>
              <a:rPr lang="en-GB" noProof="0" dirty="0"/>
              <a:t>The reasons against single-page applications:</a:t>
            </a:r>
          </a:p>
          <a:p>
            <a:pPr lvl="1"/>
            <a:r>
              <a:rPr lang="en-GB" dirty="0"/>
              <a:t>Difference in computation power of clients</a:t>
            </a:r>
          </a:p>
          <a:p>
            <a:pPr lvl="1"/>
            <a:r>
              <a:rPr lang="en-GB" noProof="0" dirty="0"/>
              <a:t>Higher bandwidth once you factor in all the scripts</a:t>
            </a:r>
          </a:p>
          <a:p>
            <a:pPr lvl="1"/>
            <a:r>
              <a:rPr lang="en-GB" noProof="0" dirty="0"/>
              <a:t>Delayed page loading (SEO)</a:t>
            </a:r>
          </a:p>
          <a:p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DAE2-C3FE-489B-4673-7F6DCDB5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1CE9-6ED2-CC3A-95D0-66440069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24BF-91A6-4FB1-74EC-A3BE54C0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8443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5DA0-1C3B-941B-FD0D-6F3F7A7F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does that leave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81BDA-C884-8843-FE68-3FBDD94CD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Single-page applications</a:t>
            </a:r>
          </a:p>
          <a:p>
            <a:pPr lvl="1"/>
            <a:r>
              <a:rPr lang="en-GB" dirty="0"/>
              <a:t>Actual </a:t>
            </a:r>
            <a:r>
              <a:rPr lang="en-GB" i="1" dirty="0"/>
              <a:t>applications</a:t>
            </a:r>
            <a:endParaRPr lang="en-GB" dirty="0"/>
          </a:p>
          <a:p>
            <a:pPr lvl="1"/>
            <a:r>
              <a:rPr lang="en-GB" dirty="0"/>
              <a:t>When most things are about user interactions</a:t>
            </a:r>
          </a:p>
          <a:p>
            <a:r>
              <a:rPr lang="en-GB" dirty="0"/>
              <a:t>Server-side rendering</a:t>
            </a:r>
          </a:p>
          <a:p>
            <a:pPr lvl="1"/>
            <a:r>
              <a:rPr lang="en-GB" dirty="0"/>
              <a:t>When dynamic content is shown</a:t>
            </a:r>
          </a:p>
          <a:p>
            <a:pPr lvl="1"/>
            <a:r>
              <a:rPr lang="en-GB" dirty="0"/>
              <a:t>User interaction is sparse</a:t>
            </a:r>
          </a:p>
          <a:p>
            <a:pPr lvl="1"/>
            <a:r>
              <a:rPr lang="en-GB" dirty="0"/>
              <a:t>Can still allow for user interaction after rendering</a:t>
            </a:r>
          </a:p>
          <a:p>
            <a:r>
              <a:rPr lang="en-GB" dirty="0"/>
              <a:t>Static side generation</a:t>
            </a:r>
          </a:p>
          <a:p>
            <a:pPr lvl="1"/>
            <a:r>
              <a:rPr lang="en-GB" dirty="0"/>
              <a:t>When (mostly) static generation is shown</a:t>
            </a:r>
          </a:p>
          <a:p>
            <a:pPr lvl="1"/>
            <a:r>
              <a:rPr lang="en-GB" dirty="0"/>
              <a:t>Can still allow for user interaction after rendering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AB9A-97C5-AB17-11AD-4308EE0C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A1D1E-4A61-A440-5865-77C2FDEC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2894A-CFDC-6BF2-32BD-7626056F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5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0BD098-9AD0-A255-E496-5ABB0BD590D6}"/>
                  </a:ext>
                </a:extLst>
              </p14:cNvPr>
              <p14:cNvContentPartPr/>
              <p14:nvPr/>
            </p14:nvContentPartPr>
            <p14:xfrm>
              <a:off x="2252880" y="4731840"/>
              <a:ext cx="422640" cy="466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0BD098-9AD0-A255-E496-5ABB0BD590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3520" y="4722480"/>
                <a:ext cx="441360" cy="48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06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6C8E-C41C-1CBC-637A-A2CE4B1C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Rendering and user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DC06-F28B-A849-1277-3E450E3F8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context, </a:t>
            </a:r>
            <a:r>
              <a:rPr lang="en-GB" i="1" dirty="0"/>
              <a:t>rendering</a:t>
            </a:r>
            <a:r>
              <a:rPr lang="en-GB" dirty="0"/>
              <a:t> refers to the generation of HTML or HTML DOM</a:t>
            </a:r>
          </a:p>
          <a:p>
            <a:pPr lvl="1"/>
            <a:r>
              <a:rPr lang="en-GB" dirty="0"/>
              <a:t>Not what the browser does to display the DOM</a:t>
            </a:r>
          </a:p>
          <a:p>
            <a:r>
              <a:rPr lang="en-GB" dirty="0"/>
              <a:t>It can happen on the server or client side</a:t>
            </a:r>
          </a:p>
          <a:p>
            <a:r>
              <a:rPr lang="en-GB" dirty="0"/>
              <a:t>It can happen on build time or run time</a:t>
            </a:r>
          </a:p>
          <a:p>
            <a:r>
              <a:rPr lang="en-GB" dirty="0"/>
              <a:t>Note, we are not turning of JavaScript</a:t>
            </a:r>
          </a:p>
          <a:p>
            <a:pPr lvl="1"/>
            <a:r>
              <a:rPr lang="en-GB" dirty="0"/>
              <a:t>Re-rendering in the browser can (usually will) still happen</a:t>
            </a:r>
          </a:p>
          <a:p>
            <a:pPr lvl="1"/>
            <a:r>
              <a:rPr lang="en-GB" dirty="0"/>
              <a:t>User interaction can (usually will) still happen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F16DE-9EF5-D1C8-0FDB-ED131278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CAF6-0F6E-65F2-6133-8002322A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45FA-DF0A-0854-948E-E2E4967E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6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4B7068-CC80-E4BD-5DFE-3CF6A61E897A}"/>
                  </a:ext>
                </a:extLst>
              </p14:cNvPr>
              <p14:cNvContentPartPr/>
              <p14:nvPr/>
            </p14:nvContentPartPr>
            <p14:xfrm>
              <a:off x="2737440" y="910800"/>
              <a:ext cx="9262800" cy="4484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4B7068-CC80-E4BD-5DFE-3CF6A61E89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8080" y="901440"/>
                <a:ext cx="9281520" cy="450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81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87F4-2226-B748-BA46-9AC5C1B2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Rendering in SSR/SSG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D108-2393-D0E7-9125-D2971E90C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Build</a:t>
            </a:r>
            <a:r>
              <a:rPr lang="da-DK" dirty="0"/>
              <a:t> time</a:t>
            </a:r>
          </a:p>
          <a:p>
            <a:pPr lvl="1"/>
            <a:r>
              <a:rPr lang="da-DK" dirty="0"/>
              <a:t>Run time</a:t>
            </a:r>
          </a:p>
          <a:p>
            <a:r>
              <a:rPr lang="da-DK" dirty="0" err="1"/>
              <a:t>Where</a:t>
            </a:r>
            <a:r>
              <a:rPr lang="da-DK" dirty="0"/>
              <a:t>?</a:t>
            </a:r>
          </a:p>
          <a:p>
            <a:pPr lvl="1"/>
            <a:r>
              <a:rPr lang="da-DK" dirty="0"/>
              <a:t>Server</a:t>
            </a:r>
          </a:p>
          <a:p>
            <a:pPr lvl="1"/>
            <a:r>
              <a:rPr lang="da-DK" dirty="0"/>
              <a:t>Client (browser)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6A30D-30DE-665C-815B-F91135EB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22E8-97B1-6903-E19B-FDC84E35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0A68E-B25B-8325-A3F7-54D2FC5B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7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CB878B-8F22-FCD0-464E-C1466AAE156F}"/>
                  </a:ext>
                </a:extLst>
              </p14:cNvPr>
              <p14:cNvContentPartPr/>
              <p14:nvPr/>
            </p14:nvContentPartPr>
            <p14:xfrm>
              <a:off x="4370760" y="1168560"/>
              <a:ext cx="7722360" cy="3397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CB878B-8F22-FCD0-464E-C1466AAE15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1400" y="1159200"/>
                <a:ext cx="7741080" cy="34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98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CCF3BA-134B-7A20-DA95-7F19F454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Page generation and data </a:t>
            </a:r>
            <a:r>
              <a:rPr lang="da-DK" dirty="0" err="1"/>
              <a:t>fetching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572B0-5367-8E5C-29F0-BDF5EBD7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Static site generation</a:t>
            </a:r>
          </a:p>
          <a:p>
            <a:pPr lvl="1"/>
            <a:r>
              <a:rPr lang="en-GB" noProof="0" dirty="0"/>
              <a:t>Data is fetched at build time</a:t>
            </a:r>
          </a:p>
          <a:p>
            <a:r>
              <a:rPr lang="en-GB" noProof="0" dirty="0"/>
              <a:t>Server-side rendering</a:t>
            </a:r>
          </a:p>
          <a:p>
            <a:pPr lvl="1"/>
            <a:r>
              <a:rPr lang="en-GB" noProof="0" dirty="0"/>
              <a:t>Data is fetched when the page is requested</a:t>
            </a:r>
          </a:p>
          <a:p>
            <a:r>
              <a:rPr lang="en-GB" noProof="0" dirty="0"/>
              <a:t>Client-side (re-)rendering</a:t>
            </a:r>
          </a:p>
          <a:p>
            <a:pPr lvl="1"/>
            <a:r>
              <a:rPr lang="en-GB" noProof="0" dirty="0"/>
              <a:t>Data is fetched when user interacts</a:t>
            </a:r>
          </a:p>
          <a:p>
            <a:pPr lvl="1"/>
            <a:r>
              <a:rPr lang="en-GB" noProof="0" dirty="0"/>
              <a:t>Can also fetch data when page is mounted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47B40-33F1-A92E-B319-EF163569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2AB7-0D4D-492D-BB9D-EF4B5CB6CF5C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85258-99F6-1115-DDEC-79672EC8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4F684-F61F-0768-AA1C-62A7AC0A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74604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BAB8-4D94-3ABF-F7F3-1281E096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Hydration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71A-62DB-C0F0-E7DD-67BC3093D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In the browser, the Virtual DOM is created using React (when using Next.js)</a:t>
            </a:r>
          </a:p>
          <a:p>
            <a:r>
              <a:rPr lang="en-GB" noProof="0" dirty="0"/>
              <a:t>This is then used to update the page</a:t>
            </a:r>
          </a:p>
          <a:p>
            <a:r>
              <a:rPr lang="en-GB" noProof="0" dirty="0"/>
              <a:t>Your page is now fully dynamic in the browser</a:t>
            </a:r>
          </a:p>
          <a:p>
            <a:r>
              <a:rPr lang="en-GB" noProof="0" dirty="0"/>
              <a:t>It is </a:t>
            </a:r>
            <a:r>
              <a:rPr lang="en-GB" i="1" noProof="0" dirty="0"/>
              <a:t>hydrated</a:t>
            </a:r>
          </a:p>
          <a:p>
            <a:r>
              <a:rPr lang="en-GB" noProof="0" dirty="0"/>
              <a:t>This works whether your page is statically or dynamically generated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D9528-529A-F3D3-AD38-79091809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68BE-29DA-3A19-C039-70825DD7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C87D-F523-4D35-36E3-5A849D30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9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F32366-CACB-585F-340C-435E58FCC3F7}"/>
                  </a:ext>
                </a:extLst>
              </p14:cNvPr>
              <p14:cNvContentPartPr/>
              <p14:nvPr/>
            </p14:nvContentPartPr>
            <p14:xfrm>
              <a:off x="5726880" y="554400"/>
              <a:ext cx="5698800" cy="4954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F32366-CACB-585F-340C-435E58FCC3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7520" y="545040"/>
                <a:ext cx="5717520" cy="497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383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E6EE-5BF6-740D-E320-74DFBED4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50E7-04BF-0C30-074B-2427F04B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Probably the most used library for SSR</a:t>
            </a:r>
          </a:p>
          <a:p>
            <a:pPr lvl="1"/>
            <a:r>
              <a:rPr lang="en-GB" dirty="0"/>
              <a:t>(But these things change all the time)</a:t>
            </a:r>
          </a:p>
          <a:p>
            <a:r>
              <a:rPr lang="en-GB" dirty="0"/>
              <a:t>Build on top of React</a:t>
            </a:r>
          </a:p>
          <a:p>
            <a:r>
              <a:rPr lang="en-GB" dirty="0"/>
              <a:t>Uses </a:t>
            </a:r>
            <a:r>
              <a:rPr lang="en-GB" dirty="0" err="1"/>
              <a:t>React's</a:t>
            </a:r>
            <a:r>
              <a:rPr lang="en-GB" dirty="0"/>
              <a:t> server-side components</a:t>
            </a:r>
          </a:p>
          <a:p>
            <a:r>
              <a:rPr lang="en-GB" dirty="0"/>
              <a:t>Allows both SSR and SSG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5B34-A7B9-C127-29A5-1984BEFB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BD734-4B24-8B7F-499B-136B70F5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0B426-F3B2-1A11-5377-B6333DA6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2576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9C94-DA41-4D90-78A5-B86136CA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Next.js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399B1-219A-D4E0-C938-87E459071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DK" dirty="0" err="1"/>
              <a:t>npx</a:t>
            </a:r>
            <a:r>
              <a:rPr lang="en-DK" dirty="0"/>
              <a:t> </a:t>
            </a:r>
            <a:r>
              <a:rPr lang="en-DK" dirty="0" err="1"/>
              <a:t>create-next-app@latest</a:t>
            </a:r>
            <a:endParaRPr lang="en-DK" dirty="0"/>
          </a:p>
          <a:p>
            <a:pPr lvl="1"/>
            <a:r>
              <a:rPr lang="en-DK" dirty="0"/>
              <a:t>Creates new next project</a:t>
            </a:r>
          </a:p>
          <a:p>
            <a:r>
              <a:rPr lang="en-DK" dirty="0" err="1"/>
              <a:t>npm</a:t>
            </a:r>
            <a:r>
              <a:rPr lang="en-DK" dirty="0"/>
              <a:t> run build</a:t>
            </a:r>
          </a:p>
          <a:p>
            <a:pPr lvl="1"/>
            <a:r>
              <a:rPr lang="en-DK" dirty="0"/>
              <a:t>Builds the project</a:t>
            </a:r>
          </a:p>
          <a:p>
            <a:r>
              <a:rPr lang="en-DK" dirty="0" err="1"/>
              <a:t>npm</a:t>
            </a:r>
            <a:r>
              <a:rPr lang="en-DK" dirty="0"/>
              <a:t> start</a:t>
            </a:r>
          </a:p>
          <a:p>
            <a:pPr lvl="1"/>
            <a:r>
              <a:rPr lang="en-DK" dirty="0"/>
              <a:t>Runs the project </a:t>
            </a:r>
          </a:p>
          <a:p>
            <a:pPr lvl="1"/>
            <a:r>
              <a:rPr lang="en-DK" dirty="0"/>
              <a:t>Has to be built</a:t>
            </a:r>
          </a:p>
          <a:p>
            <a:r>
              <a:rPr lang="en-DK" dirty="0" err="1"/>
              <a:t>npm</a:t>
            </a:r>
            <a:r>
              <a:rPr lang="en-DK" dirty="0"/>
              <a:t> run dev</a:t>
            </a:r>
          </a:p>
          <a:p>
            <a:pPr lvl="1"/>
            <a:r>
              <a:rPr lang="en-DK" dirty="0"/>
              <a:t>Starts project in developer mode</a:t>
            </a:r>
          </a:p>
          <a:p>
            <a:pPr lvl="1"/>
            <a:r>
              <a:rPr lang="en-DK" dirty="0"/>
              <a:t>Doesn't have to be built</a:t>
            </a:r>
          </a:p>
          <a:p>
            <a:pPr lvl="1"/>
            <a:r>
              <a:rPr lang="en-DK" dirty="0"/>
              <a:t>No SSG - only SSR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C1A4D-430A-60EB-5A8D-5F4067D0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84A03-B249-6ABB-34E4-538DF34F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FD94C-BDBA-E5A0-EED3-2C062CB9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11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1DF07B-1EA5-E9F9-5D64-E576051A41A8}"/>
                  </a:ext>
                </a:extLst>
              </p14:cNvPr>
              <p14:cNvContentPartPr/>
              <p14:nvPr/>
            </p14:nvContentPartPr>
            <p14:xfrm>
              <a:off x="5817600" y="4620600"/>
              <a:ext cx="2528280" cy="979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1DF07B-1EA5-E9F9-5D64-E576051A4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8240" y="4611240"/>
                <a:ext cx="2547000" cy="9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30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FC86-7CA3-44E7-700E-2ECAF38A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Next.js pages and routes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5C21D-303F-3D5B-D558-0F1EF6A2A8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 err="1"/>
              <a:t>layout.tsx</a:t>
            </a:r>
            <a:r>
              <a:rPr lang="da-DK" dirty="0"/>
              <a:t>/</a:t>
            </a:r>
            <a:r>
              <a:rPr lang="da-DK" dirty="0" err="1"/>
              <a:t>layout.jsx</a:t>
            </a:r>
            <a:endParaRPr lang="da-DK" dirty="0"/>
          </a:p>
          <a:p>
            <a:pPr lvl="1"/>
            <a:r>
              <a:rPr lang="da-DK" dirty="0" err="1"/>
              <a:t>Wrapers</a:t>
            </a:r>
            <a:r>
              <a:rPr lang="da-DK" dirty="0"/>
              <a:t> </a:t>
            </a:r>
            <a:r>
              <a:rPr lang="da-DK" dirty="0" err="1"/>
              <a:t>around</a:t>
            </a:r>
            <a:r>
              <a:rPr lang="da-DK" dirty="0"/>
              <a:t> the page.</a:t>
            </a:r>
          </a:p>
          <a:p>
            <a:r>
              <a:rPr lang="da-DK" dirty="0" err="1"/>
              <a:t>page.tsx</a:t>
            </a:r>
            <a:r>
              <a:rPr lang="da-DK" dirty="0"/>
              <a:t>/</a:t>
            </a:r>
            <a:r>
              <a:rPr lang="da-DK" dirty="0" err="1"/>
              <a:t>page.jsx</a:t>
            </a:r>
            <a:endParaRPr lang="da-DK" dirty="0"/>
          </a:p>
          <a:p>
            <a:pPr lvl="1"/>
            <a:r>
              <a:rPr lang="da-DK" dirty="0"/>
              <a:t>The page </a:t>
            </a:r>
            <a:r>
              <a:rPr lang="da-DK" dirty="0" err="1"/>
              <a:t>you'll</a:t>
            </a:r>
            <a:r>
              <a:rPr lang="da-DK" dirty="0"/>
              <a:t> find at the </a:t>
            </a:r>
            <a:r>
              <a:rPr lang="da-DK" dirty="0" err="1"/>
              <a:t>path</a:t>
            </a:r>
            <a:endParaRPr lang="da-DK" dirty="0"/>
          </a:p>
          <a:p>
            <a:r>
              <a:rPr lang="da-DK" dirty="0" err="1"/>
              <a:t>Static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: / (and /login)</a:t>
            </a:r>
          </a:p>
          <a:p>
            <a:pPr lvl="1"/>
            <a:r>
              <a:rPr lang="da-DK" dirty="0"/>
              <a:t>Default: SSG</a:t>
            </a:r>
          </a:p>
          <a:p>
            <a:r>
              <a:rPr lang="da-DK" dirty="0"/>
              <a:t>Dynamic </a:t>
            </a:r>
            <a:r>
              <a:rPr lang="da-DK" dirty="0" err="1"/>
              <a:t>path</a:t>
            </a:r>
            <a:r>
              <a:rPr lang="da-DK" dirty="0"/>
              <a:t>: /game/[id]</a:t>
            </a:r>
          </a:p>
          <a:p>
            <a:pPr lvl="1"/>
            <a:r>
              <a:rPr lang="da-DK" dirty="0"/>
              <a:t>Default: SSR</a:t>
            </a:r>
          </a:p>
          <a:p>
            <a:r>
              <a:rPr lang="da-DK" dirty="0" err="1"/>
              <a:t>Grouping</a:t>
            </a:r>
            <a:r>
              <a:rPr lang="da-DK" dirty="0"/>
              <a:t>: (pages)</a:t>
            </a:r>
          </a:p>
          <a:p>
            <a:pPr lvl="1"/>
            <a:r>
              <a:rPr lang="da-DK" dirty="0"/>
              <a:t>Not part of the </a:t>
            </a:r>
            <a:r>
              <a:rPr lang="da-DK" dirty="0" err="1"/>
              <a:t>path</a:t>
            </a:r>
            <a:endParaRPr lang="da-DK" dirty="0"/>
          </a:p>
          <a:p>
            <a:pPr lvl="1"/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33232-1224-73D1-55BA-85ADC1C2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3DC9-BD94-4AC6-862A-72BB2C808742}" type="datetime1">
              <a:rPr lang="en-GB" smtClean="0"/>
              <a:t>17/11/2025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2C751-266B-C221-77EF-C188F288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78B21-C780-3A58-7DBD-BC01D9FE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12</a:t>
            </a:fld>
            <a:endParaRPr lang="en-DK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E0A6B5A-1628-B053-636E-BC5524FC0C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4186" y="1825625"/>
            <a:ext cx="3126758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87E09A-8CC1-9629-D3B2-9C592BFD21D5}"/>
                  </a:ext>
                </a:extLst>
              </p14:cNvPr>
              <p14:cNvContentPartPr/>
              <p14:nvPr/>
            </p14:nvContentPartPr>
            <p14:xfrm>
              <a:off x="2252880" y="145800"/>
              <a:ext cx="9824760" cy="5328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87E09A-8CC1-9629-D3B2-9C592BFD21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3520" y="136440"/>
                <a:ext cx="9843480" cy="534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72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F48E-019E-62B2-396B-8F270C3B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Layout</a:t>
            </a:r>
            <a:endParaRPr lang="en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F2C8E-3795-E7F0-56BD-99CBB84C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95A03-426B-F8A0-3E41-78B87994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161B5-452F-FEF3-8ED4-C90BEB0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13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8D352F-3F70-53AB-FB9A-3AEC0DB804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export default function </a:t>
            </a:r>
            <a:r>
              <a:rPr lang="en-GB" sz="2400" dirty="0" err="1"/>
              <a:t>RootLayout</a:t>
            </a:r>
            <a:r>
              <a:rPr lang="en-GB" sz="2400" dirty="0"/>
              <a:t>({</a:t>
            </a:r>
          </a:p>
          <a:p>
            <a:r>
              <a:rPr lang="en-GB" sz="2400" dirty="0"/>
              <a:t>  children,</a:t>
            </a:r>
          </a:p>
          <a:p>
            <a:r>
              <a:rPr lang="en-GB" sz="2400" dirty="0"/>
              <a:t>}: </a:t>
            </a:r>
            <a:r>
              <a:rPr lang="en-GB" sz="2400" dirty="0" err="1"/>
              <a:t>Readonly</a:t>
            </a:r>
            <a:r>
              <a:rPr lang="en-GB" sz="2400" dirty="0"/>
              <a:t>&lt;{</a:t>
            </a:r>
          </a:p>
          <a:p>
            <a:r>
              <a:rPr lang="en-GB" sz="2400" dirty="0"/>
              <a:t>  children: </a:t>
            </a:r>
            <a:r>
              <a:rPr lang="en-GB" sz="2400" dirty="0" err="1"/>
              <a:t>React.ReactNode</a:t>
            </a:r>
            <a:r>
              <a:rPr lang="en-GB" sz="2400" dirty="0"/>
              <a:t>;</a:t>
            </a:r>
          </a:p>
          <a:p>
            <a:r>
              <a:rPr lang="en-GB" sz="2400" dirty="0"/>
              <a:t>}&gt;) {</a:t>
            </a:r>
          </a:p>
          <a:p>
            <a:r>
              <a:rPr lang="en-GB" sz="2400" dirty="0"/>
              <a:t>  return (</a:t>
            </a:r>
          </a:p>
          <a:p>
            <a:r>
              <a:rPr lang="en-GB" sz="2400" dirty="0"/>
              <a:t>    &lt;Page&gt;{children}&lt;/Page&gt;    </a:t>
            </a:r>
          </a:p>
          <a:p>
            <a:r>
              <a:rPr lang="en-GB" sz="2400" dirty="0"/>
              <a:t>  )</a:t>
            </a:r>
          </a:p>
          <a:p>
            <a:r>
              <a:rPr lang="en-GB" sz="2400" dirty="0"/>
              <a:t>}</a:t>
            </a:r>
          </a:p>
          <a:p>
            <a:endParaRPr lang="en-GB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BC8BDE-7AA4-4C66-B553-1E8CE7B7E17D}"/>
                  </a:ext>
                </a:extLst>
              </p14:cNvPr>
              <p14:cNvContentPartPr/>
              <p14:nvPr/>
            </p14:nvContentPartPr>
            <p14:xfrm>
              <a:off x="3478320" y="690840"/>
              <a:ext cx="2773080" cy="85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BC8BDE-7AA4-4C66-B553-1E8CE7B7E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8960" y="681480"/>
                <a:ext cx="2791800" cy="87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538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9487-0602-D8CD-2349-08CCDCC7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Page</a:t>
            </a:r>
            <a:endParaRPr lang="en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FEB96-F17E-1FE4-839F-EA421C0C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1DD50-9B9F-A82F-BF2F-B59F484F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05998-0E6F-4930-7C78-B269CCE3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14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9E21D1-C3E5-53CF-A334-DBDA6678F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import Game from "@/components/Game"</a:t>
            </a:r>
          </a:p>
          <a:p>
            <a:endParaRPr lang="en-GB" dirty="0"/>
          </a:p>
          <a:p>
            <a:r>
              <a:rPr lang="en-GB" dirty="0"/>
              <a:t>export default async ({params}: {</a:t>
            </a:r>
          </a:p>
          <a:p>
            <a:r>
              <a:rPr lang="en-GB" dirty="0"/>
              <a:t>    params: Promise&lt;{id: string}&gt;</a:t>
            </a:r>
          </a:p>
          <a:p>
            <a:r>
              <a:rPr lang="en-GB" dirty="0"/>
              <a:t>}) =&gt; {</a:t>
            </a:r>
          </a:p>
          <a:p>
            <a:r>
              <a:rPr lang="en-GB" dirty="0"/>
              <a:t>  </a:t>
            </a:r>
            <a:r>
              <a:rPr lang="en-GB" dirty="0" err="1"/>
              <a:t>const</a:t>
            </a:r>
            <a:r>
              <a:rPr lang="en-GB" dirty="0"/>
              <a:t> {id} = await params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  return &lt;Game </a:t>
            </a:r>
            <a:r>
              <a:rPr lang="en-GB" dirty="0" err="1"/>
              <a:t>game_id</a:t>
            </a:r>
            <a:r>
              <a:rPr lang="en-GB" dirty="0"/>
              <a:t>={id}&gt;&lt;/Game&gt;</a:t>
            </a:r>
          </a:p>
          <a:p>
            <a:r>
              <a:rPr lang="en-GB" dirty="0"/>
              <a:t>}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3F739-BECE-66EF-D4C5-EC3455B99B45}"/>
                  </a:ext>
                </a:extLst>
              </p14:cNvPr>
              <p14:cNvContentPartPr/>
              <p14:nvPr/>
            </p14:nvContentPartPr>
            <p14:xfrm>
              <a:off x="3240720" y="630720"/>
              <a:ext cx="8476200" cy="333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3F739-BECE-66EF-D4C5-EC3455B99B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1360" y="621360"/>
                <a:ext cx="8494920" cy="33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49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3298-B9B3-55AF-4AD0-419F8E40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 and client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79F2-B8AA-DBC2-1DA0-B81E6267D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Server components are rendered only on the server</a:t>
            </a:r>
          </a:p>
          <a:p>
            <a:pPr lvl="1"/>
            <a:r>
              <a:rPr lang="en-GB" dirty="0"/>
              <a:t>You </a:t>
            </a:r>
            <a:r>
              <a:rPr lang="en-GB" b="1" dirty="0"/>
              <a:t>can</a:t>
            </a:r>
            <a:r>
              <a:rPr lang="en-GB" dirty="0"/>
              <a:t> still manipulate the DOM in pure JavaScript, but not React</a:t>
            </a:r>
          </a:p>
          <a:p>
            <a:pPr lvl="1"/>
            <a:r>
              <a:rPr lang="en-GB" dirty="0"/>
              <a:t>You cannot use any hooks (use…)</a:t>
            </a:r>
          </a:p>
          <a:p>
            <a:pPr lvl="1"/>
            <a:r>
              <a:rPr lang="en-GB" dirty="0"/>
              <a:t>You can use async/await</a:t>
            </a:r>
          </a:p>
          <a:p>
            <a:pPr lvl="1"/>
            <a:r>
              <a:rPr lang="en-GB" dirty="0"/>
              <a:t>Default, but can also be marked with 'use server' in the first line</a:t>
            </a:r>
          </a:p>
          <a:p>
            <a:r>
              <a:rPr lang="en-GB" dirty="0"/>
              <a:t>Client components are rendered on both server and client</a:t>
            </a:r>
          </a:p>
          <a:p>
            <a:pPr lvl="1"/>
            <a:r>
              <a:rPr lang="en-GB" dirty="0"/>
              <a:t>You can use all hooks</a:t>
            </a:r>
          </a:p>
          <a:p>
            <a:pPr lvl="1"/>
            <a:r>
              <a:rPr lang="en-GB" dirty="0"/>
              <a:t>You </a:t>
            </a:r>
            <a:r>
              <a:rPr lang="en-GB" b="1" dirty="0"/>
              <a:t>cannot</a:t>
            </a:r>
            <a:r>
              <a:rPr lang="en-GB" dirty="0"/>
              <a:t> use async/await (except in local functions - like </a:t>
            </a:r>
            <a:r>
              <a:rPr lang="en-GB" dirty="0" err="1"/>
              <a:t>useEffect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Marked with 'use client' in the first line</a:t>
            </a:r>
          </a:p>
          <a:p>
            <a:pPr lvl="1"/>
            <a:r>
              <a:rPr lang="en-GB" b="1" dirty="0"/>
              <a:t>Does not trigger dynamic rendering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3EFD9-D6DB-13AD-7741-6ACD5F4B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029CA-9541-DFF0-2B90-115B0C05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F2467-CA68-7D39-925A-E2D4DBCB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0164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D82C-33DE-F4C4-EBFA-47EA2ADA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 Client Component (excerpts)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BEAAF-2126-635B-6125-10AEC0CC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9FD0E-5FE6-2A12-5E8A-675445D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FF81B-2024-300D-7168-099AA200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16</a:t>
            </a:fld>
            <a:endParaRPr lang="en-DK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AF79D1-9DEA-D240-A401-C0005E67E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'use client'</a:t>
            </a:r>
          </a:p>
          <a:p>
            <a:endParaRPr lang="en-GB" dirty="0"/>
          </a:p>
          <a:p>
            <a:r>
              <a:rPr lang="en-GB" dirty="0"/>
              <a:t>export default function Login({</a:t>
            </a:r>
            <a:r>
              <a:rPr lang="en-GB" dirty="0" err="1"/>
              <a:t>proceedTo</a:t>
            </a:r>
            <a:r>
              <a:rPr lang="en-GB" dirty="0"/>
              <a:t>}: {</a:t>
            </a:r>
            <a:r>
              <a:rPr lang="en-GB" dirty="0" err="1"/>
              <a:t>proceedTo</a:t>
            </a:r>
            <a:r>
              <a:rPr lang="en-GB" dirty="0"/>
              <a:t>: string}) {</a:t>
            </a:r>
          </a:p>
          <a:p>
            <a:r>
              <a:rPr lang="en-GB" dirty="0"/>
              <a:t>  </a:t>
            </a:r>
            <a:r>
              <a:rPr lang="en-GB" dirty="0" err="1"/>
              <a:t>const</a:t>
            </a:r>
            <a:r>
              <a:rPr lang="en-GB" dirty="0"/>
              <a:t> [player, </a:t>
            </a:r>
            <a:r>
              <a:rPr lang="en-GB" dirty="0" err="1"/>
              <a:t>setPlayer</a:t>
            </a:r>
            <a:r>
              <a:rPr lang="en-GB" dirty="0"/>
              <a:t>] = </a:t>
            </a:r>
            <a:r>
              <a:rPr lang="en-GB" dirty="0" err="1"/>
              <a:t>useState</a:t>
            </a:r>
            <a:r>
              <a:rPr lang="en-GB" dirty="0"/>
              <a:t>('')</a:t>
            </a:r>
          </a:p>
          <a:p>
            <a:endParaRPr lang="en-GB" dirty="0"/>
          </a:p>
          <a:p>
            <a:r>
              <a:rPr lang="en-GB" dirty="0"/>
              <a:t>  function login() {…}</a:t>
            </a:r>
          </a:p>
          <a:p>
            <a:r>
              <a:rPr lang="en-GB" dirty="0"/>
              <a:t>  return &lt;&gt;</a:t>
            </a:r>
          </a:p>
          <a:p>
            <a:r>
              <a:rPr lang="en-GB" dirty="0"/>
              <a:t>    Username: &lt;input value={player} </a:t>
            </a:r>
          </a:p>
          <a:p>
            <a:r>
              <a:rPr lang="en-GB" dirty="0"/>
              <a:t>                     </a:t>
            </a:r>
            <a:r>
              <a:rPr lang="en-GB" dirty="0" err="1"/>
              <a:t>onChange</a:t>
            </a:r>
            <a:r>
              <a:rPr lang="en-GB" dirty="0"/>
              <a:t>={e =&gt; </a:t>
            </a:r>
            <a:r>
              <a:rPr lang="en-GB" dirty="0" err="1"/>
              <a:t>setPlayer</a:t>
            </a:r>
            <a:r>
              <a:rPr lang="en-GB" dirty="0"/>
              <a:t>(</a:t>
            </a:r>
            <a:r>
              <a:rPr lang="en-GB" dirty="0" err="1"/>
              <a:t>e.target.value</a:t>
            </a:r>
            <a:r>
              <a:rPr lang="en-GB" dirty="0"/>
              <a:t>)}/&gt;</a:t>
            </a:r>
          </a:p>
          <a:p>
            <a:r>
              <a:rPr lang="en-GB" dirty="0"/>
              <a:t>    &lt;button disabled={!enabled} </a:t>
            </a:r>
            <a:r>
              <a:rPr lang="en-GB" dirty="0" err="1"/>
              <a:t>onClick</a:t>
            </a:r>
            <a:r>
              <a:rPr lang="en-GB" dirty="0"/>
              <a:t>={login} &gt;Login&lt;/button&gt;</a:t>
            </a:r>
          </a:p>
          <a:p>
            <a:r>
              <a:rPr lang="en-GB" dirty="0"/>
              <a:t>  &lt;/&gt;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2707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633833-F227-06DA-BACD-7AECADDB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and static rendering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1F2483-7A37-6C2C-1E69-7ACF3F7B8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Dynamic rendering (SSR)</a:t>
            </a:r>
          </a:p>
          <a:p>
            <a:pPr lvl="1"/>
            <a:r>
              <a:rPr lang="en-GB" dirty="0"/>
              <a:t>Takes place at runtime</a:t>
            </a:r>
          </a:p>
          <a:p>
            <a:pPr lvl="1"/>
            <a:r>
              <a:rPr lang="en-GB" dirty="0"/>
              <a:t>Generate the page with fresh data</a:t>
            </a:r>
          </a:p>
          <a:p>
            <a:pPr lvl="1"/>
            <a:r>
              <a:rPr lang="en-GB" dirty="0"/>
              <a:t>Triggered by</a:t>
            </a:r>
          </a:p>
          <a:p>
            <a:pPr lvl="2"/>
            <a:r>
              <a:rPr lang="en-GB" dirty="0"/>
              <a:t>A dynamic route: /game/[id]</a:t>
            </a:r>
          </a:p>
          <a:p>
            <a:pPr lvl="2"/>
            <a:r>
              <a:rPr lang="en-GB" dirty="0">
                <a:latin typeface="Consolas" panose="020B0609020204030204" pitchFamily="49" charset="0"/>
              </a:rPr>
              <a:t>Using run-time APIs: cookies, headers, </a:t>
            </a:r>
            <a:r>
              <a:rPr lang="en-GB" dirty="0" err="1">
                <a:latin typeface="Consolas" panose="020B0609020204030204" pitchFamily="49" charset="0"/>
              </a:rPr>
              <a:t>searchParams</a:t>
            </a:r>
            <a:r>
              <a:rPr lang="en-GB" dirty="0">
                <a:latin typeface="Consolas" panose="020B0609020204030204" pitchFamily="49" charset="0"/>
              </a:rPr>
              <a:t>, params</a:t>
            </a:r>
          </a:p>
          <a:p>
            <a:r>
              <a:rPr lang="en-GB" dirty="0"/>
              <a:t>Static rendering (SSG)</a:t>
            </a:r>
          </a:p>
          <a:p>
            <a:pPr lvl="1"/>
            <a:r>
              <a:rPr lang="en-GB" dirty="0"/>
              <a:t>Take place at build-time</a:t>
            </a:r>
          </a:p>
          <a:p>
            <a:pPr lvl="1"/>
            <a:r>
              <a:rPr lang="en-GB" dirty="0"/>
              <a:t>Generate data-independent pages (or with stale data)</a:t>
            </a:r>
          </a:p>
          <a:p>
            <a:pPr lvl="2"/>
            <a:r>
              <a:rPr lang="en-GB" dirty="0"/>
              <a:t>But can be re-validated</a:t>
            </a:r>
          </a:p>
          <a:p>
            <a:pPr lvl="1"/>
            <a:r>
              <a:rPr lang="en-GB" dirty="0"/>
              <a:t>Triggered by static route and no run-time APIs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4BB7-4C55-81C1-9865-EA4F33AF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B729C-8353-D8FA-48BD-6CA9D01E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C2F12-89D1-9B6D-8919-43C65BD9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4964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55A7-A8FF-22B0-C997-790773DA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Forcing</a:t>
            </a:r>
            <a:r>
              <a:rPr lang="da-DK" dirty="0"/>
              <a:t> </a:t>
            </a:r>
            <a:r>
              <a:rPr lang="da-DK" dirty="0" err="1"/>
              <a:t>dynamic</a:t>
            </a:r>
            <a:r>
              <a:rPr lang="da-DK" dirty="0"/>
              <a:t>/</a:t>
            </a:r>
            <a:r>
              <a:rPr lang="da-DK" dirty="0" err="1"/>
              <a:t>static</a:t>
            </a:r>
            <a:r>
              <a:rPr lang="da-DK" dirty="0"/>
              <a:t> </a:t>
            </a:r>
            <a:r>
              <a:rPr lang="da-DK" dirty="0" err="1"/>
              <a:t>rendering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C30D-11D0-F9C3-E6F7-D46E85CA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Forcing dynamic rendering (for non-dynamic paths):</a:t>
            </a:r>
          </a:p>
          <a:p>
            <a:pPr lvl="1"/>
            <a:r>
              <a:rPr lang="en-GB" noProof="0" dirty="0"/>
              <a:t>Somewhere in the file:</a:t>
            </a:r>
            <a:br>
              <a:rPr lang="en-GB" noProof="0" dirty="0"/>
            </a:br>
            <a:r>
              <a:rPr lang="en-GB" sz="2000" b="0" noProof="0" dirty="0">
                <a:effectLst/>
                <a:latin typeface="Consolas" panose="020B0609020204030204" pitchFamily="49" charset="0"/>
              </a:rPr>
              <a:t>export </a:t>
            </a:r>
            <a:r>
              <a:rPr lang="en-GB" sz="2000" b="0" noProof="0" dirty="0" err="1">
                <a:effectLst/>
                <a:latin typeface="Consolas" panose="020B0609020204030204" pitchFamily="49" charset="0"/>
              </a:rPr>
              <a:t>const</a:t>
            </a:r>
            <a:r>
              <a:rPr lang="en-GB" sz="2000" b="0" noProof="0" dirty="0">
                <a:effectLst/>
                <a:latin typeface="Consolas" panose="020B0609020204030204" pitchFamily="49" charset="0"/>
              </a:rPr>
              <a:t> dynamic = 'force-dynamic'</a:t>
            </a:r>
          </a:p>
          <a:p>
            <a:r>
              <a:rPr lang="en-GB" noProof="0" dirty="0"/>
              <a:t>Forcing static rendering for dynamic paths:</a:t>
            </a:r>
          </a:p>
          <a:p>
            <a:pPr lvl="1"/>
            <a:r>
              <a:rPr lang="en-GB" noProof="0" dirty="0"/>
              <a:t>Export this function:</a:t>
            </a:r>
            <a:br>
              <a:rPr lang="en-GB" noProof="0" dirty="0"/>
            </a:br>
            <a:r>
              <a:rPr lang="en-GB" sz="2000" noProof="0" dirty="0">
                <a:latin typeface="Consolas" panose="020B0609020204030204" pitchFamily="49" charset="0"/>
              </a:rPr>
              <a:t>export async function </a:t>
            </a:r>
            <a:r>
              <a:rPr lang="en-GB" sz="2000" noProof="0" dirty="0" err="1">
                <a:latin typeface="Consolas" panose="020B0609020204030204" pitchFamily="49" charset="0"/>
              </a:rPr>
              <a:t>generateStaticParams</a:t>
            </a:r>
            <a:r>
              <a:rPr lang="en-GB" sz="2000" noProof="0" dirty="0">
                <a:latin typeface="Consolas" panose="020B0609020204030204" pitchFamily="49" charset="0"/>
              </a:rPr>
              <a:t>() {</a:t>
            </a: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  </a:t>
            </a:r>
            <a:r>
              <a:rPr lang="en-GB" sz="2000" noProof="0" dirty="0" err="1">
                <a:latin typeface="Consolas" panose="020B0609020204030204" pitchFamily="49" charset="0"/>
              </a:rPr>
              <a:t>const</a:t>
            </a:r>
            <a:r>
              <a:rPr lang="en-GB" sz="2000" noProof="0" dirty="0">
                <a:latin typeface="Consolas" panose="020B0609020204030204" pitchFamily="49" charset="0"/>
              </a:rPr>
              <a:t> res = await fetch('https://localhost:8080')</a:t>
            </a: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  </a:t>
            </a:r>
            <a:r>
              <a:rPr lang="en-GB" sz="2000" noProof="0" dirty="0" err="1">
                <a:latin typeface="Consolas" panose="020B0609020204030204" pitchFamily="49" charset="0"/>
              </a:rPr>
              <a:t>const</a:t>
            </a:r>
            <a:r>
              <a:rPr lang="en-GB" sz="2000" noProof="0" dirty="0">
                <a:latin typeface="Consolas" panose="020B0609020204030204" pitchFamily="49" charset="0"/>
              </a:rPr>
              <a:t> games: Game[] = await </a:t>
            </a:r>
            <a:r>
              <a:rPr lang="en-GB" sz="2000" noProof="0" dirty="0" err="1">
                <a:latin typeface="Consolas" panose="020B0609020204030204" pitchFamily="49" charset="0"/>
              </a:rPr>
              <a:t>res.json</a:t>
            </a:r>
            <a:r>
              <a:rPr lang="en-GB" sz="2000" noProof="0" dirty="0">
                <a:latin typeface="Consolas" panose="020B0609020204030204" pitchFamily="49" charset="0"/>
              </a:rPr>
              <a:t>()</a:t>
            </a:r>
            <a:br>
              <a:rPr lang="en-GB" sz="2000" noProof="0" dirty="0">
                <a:latin typeface="Consolas" panose="020B0609020204030204" pitchFamily="49" charset="0"/>
              </a:rPr>
            </a:b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  return </a:t>
            </a:r>
            <a:r>
              <a:rPr lang="en-GB" sz="2000" noProof="0" dirty="0" err="1">
                <a:latin typeface="Consolas" panose="020B0609020204030204" pitchFamily="49" charset="0"/>
              </a:rPr>
              <a:t>games.map</a:t>
            </a:r>
            <a:r>
              <a:rPr lang="en-GB" sz="2000" noProof="0" dirty="0">
                <a:latin typeface="Consolas" panose="020B0609020204030204" pitchFamily="49" charset="0"/>
              </a:rPr>
              <a:t>((post) =&gt; ({</a:t>
            </a: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    id: </a:t>
            </a:r>
            <a:r>
              <a:rPr lang="en-GB" sz="2000" noProof="0" dirty="0" err="1">
                <a:latin typeface="Consolas" panose="020B0609020204030204" pitchFamily="49" charset="0"/>
              </a:rPr>
              <a:t>post.gameNumber</a:t>
            </a: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  }))</a:t>
            </a:r>
            <a:br>
              <a:rPr lang="en-GB" sz="2000" noProof="0" dirty="0">
                <a:latin typeface="Consolas" panose="020B0609020204030204" pitchFamily="49" charset="0"/>
              </a:rPr>
            </a:br>
            <a:r>
              <a:rPr lang="en-GB" sz="2000" noProof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5EECD-546C-8D6A-03D5-167E774A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B1D9D-562F-C1EF-FECF-5F2DF033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005FF-389B-77C5-01AD-257AFB3C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18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04DE34-7D91-F83A-2279-B373E9DDF84F}"/>
                  </a:ext>
                </a:extLst>
              </p14:cNvPr>
              <p14:cNvContentPartPr/>
              <p14:nvPr/>
            </p14:nvContentPartPr>
            <p14:xfrm>
              <a:off x="2523600" y="2680560"/>
              <a:ext cx="8371080" cy="3188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04DE34-7D91-F83A-2279-B373E9DDF8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4240" y="2671200"/>
                <a:ext cx="8389800" cy="32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771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008C-D6DE-AEC5-68AD-FDE4CF3E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Using Web Sockets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8D6A9-3AB8-6E02-72C5-FAFC59B8A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All web socket code </a:t>
            </a:r>
            <a:r>
              <a:rPr lang="en-GB" i="1" noProof="0" dirty="0"/>
              <a:t>has</a:t>
            </a:r>
            <a:r>
              <a:rPr lang="en-GB" noProof="0" dirty="0"/>
              <a:t> to be in client components</a:t>
            </a:r>
          </a:p>
          <a:p>
            <a:r>
              <a:rPr lang="en-GB" noProof="0" dirty="0"/>
              <a:t>The best way is to create the web socket connection in </a:t>
            </a:r>
            <a:r>
              <a:rPr lang="en-GB" noProof="0" dirty="0" err="1"/>
              <a:t>useEffect</a:t>
            </a:r>
            <a:endParaRPr lang="en-GB" noProof="0" dirty="0"/>
          </a:p>
          <a:p>
            <a:r>
              <a:rPr lang="en-GB" noProof="0" dirty="0"/>
              <a:t>Close the connect</a:t>
            </a:r>
            <a:r>
              <a:rPr lang="en-GB" dirty="0"/>
              <a:t>ion in the clean-up function</a:t>
            </a:r>
          </a:p>
          <a:p>
            <a:r>
              <a:rPr lang="en-GB" b="1" dirty="0"/>
              <a:t>Important: </a:t>
            </a:r>
            <a:r>
              <a:rPr lang="en-GB" dirty="0"/>
              <a:t>If you update a state (from </a:t>
            </a:r>
            <a:r>
              <a:rPr lang="en-GB" dirty="0" err="1"/>
              <a:t>useState</a:t>
            </a:r>
            <a:r>
              <a:rPr lang="en-GB" dirty="0"/>
              <a:t>) in the web socket, you </a:t>
            </a:r>
            <a:r>
              <a:rPr lang="en-GB" i="1" dirty="0"/>
              <a:t>have</a:t>
            </a:r>
            <a:r>
              <a:rPr lang="en-GB" dirty="0"/>
              <a:t> to use the functional version of the setter (see code later).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0D59F-AB2E-A51D-FB79-30FB45BA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2D5D5-782A-E643-4CA6-5D846954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28AFB-1F65-514F-9A48-15C1152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108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16EB-7A50-FEF1-DBD4-F5994652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/>
              <a:t>useEffect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52689-9FE1-9CE5-A96C-C1A3035B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A React hook - is given a function</a:t>
            </a:r>
          </a:p>
          <a:p>
            <a:r>
              <a:rPr lang="en-DK" dirty="0"/>
              <a:t>Called the first time the component is rendered</a:t>
            </a:r>
          </a:p>
          <a:p>
            <a:r>
              <a:rPr lang="en-DK" dirty="0"/>
              <a:t>Called again based on an array of values:</a:t>
            </a:r>
          </a:p>
          <a:p>
            <a:pPr lvl="1"/>
            <a:r>
              <a:rPr lang="en-DK" dirty="0"/>
              <a:t>If no array is given (undefined): Called on every re-render</a:t>
            </a:r>
          </a:p>
          <a:p>
            <a:pPr lvl="1"/>
            <a:r>
              <a:rPr lang="en-DK" dirty="0"/>
              <a:t>If an empty array is given: Only called the first time</a:t>
            </a:r>
          </a:p>
          <a:p>
            <a:pPr lvl="1"/>
            <a:r>
              <a:rPr lang="en-DK" dirty="0"/>
              <a:t>If a non-empty array is given: Called when any of the values have changed</a:t>
            </a:r>
          </a:p>
          <a:p>
            <a:r>
              <a:rPr lang="en-DK" dirty="0"/>
              <a:t>Clean-up function: Returned from the </a:t>
            </a:r>
            <a:r>
              <a:rPr lang="en-DK" dirty="0" err="1"/>
              <a:t>useEffect</a:t>
            </a:r>
            <a:r>
              <a:rPr lang="en-DK" dirty="0"/>
              <a:t>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EC4F2-052E-BC9A-BADA-8EEFD1A7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68912-B121-2F63-E5D0-476C3E8F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FB52D-675B-8F84-A888-7AFA2332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31300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1FA5-2683-B518-F377-10BB2817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Web socket in Next.js client component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CFD76-3F45-0C0F-F8AD-D71CA90C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72296-D383-41FB-8F5A-ADC8B753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31E2B-E541-BB75-1796-9CFF3FEC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21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8D55A7-B6B3-B6D0-CE8B-E3012C876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://localhost:9090/</a:t>
            </a:r>
            <a:r>
              <a:rPr lang="da-DK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publish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ws.onopen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ws.send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JSON.stringify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({type: 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da-DK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_'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game.gameNumber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ws.onmessage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({data})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{message}: {message: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MoveMessage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JSON.parse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setGame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((game: Game)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applyMoveMessage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(message, game))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ws.readyState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WebSocket.OPEN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ws.close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[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game.gameNumber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56BECB-E966-0F9C-AC2A-BD7983BC5AC5}"/>
                  </a:ext>
                </a:extLst>
              </p14:cNvPr>
              <p14:cNvContentPartPr/>
              <p14:nvPr/>
            </p14:nvContentPartPr>
            <p14:xfrm>
              <a:off x="1443960" y="1248480"/>
              <a:ext cx="8575920" cy="3894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56BECB-E966-0F9C-AC2A-BD7983BC5A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4600" y="1239120"/>
                <a:ext cx="8594640" cy="39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7675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CC7B-3067-F5CC-7A80-BB2AF51B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and pitfalls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AF9BA-4F3B-85EC-3793-F0000C0C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2AB7-0D4D-492D-BB9D-EF4B5CB6CF5C}" type="datetime1">
              <a:rPr lang="en-GB" smtClean="0"/>
              <a:t>17/11/2025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0F5E7-E761-0FC1-B23A-ADDB8030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1C0E5-085F-1A2F-96DB-ABF32690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93791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C5CA-0FF9-FFE9-7662-AADB2273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 aware of both server and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132AF-9F8D-D81F-199A-4678A32A4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data is available on the server?</a:t>
            </a:r>
          </a:p>
          <a:p>
            <a:pPr lvl="1"/>
            <a:r>
              <a:rPr lang="en-GB" dirty="0"/>
              <a:t>How is it used to render the page?</a:t>
            </a:r>
          </a:p>
          <a:p>
            <a:r>
              <a:rPr lang="en-GB" dirty="0"/>
              <a:t>Which data is available on the client?</a:t>
            </a:r>
          </a:p>
          <a:p>
            <a:pPr lvl="1"/>
            <a:r>
              <a:rPr lang="en-GB" dirty="0"/>
              <a:t>Especially: Does the client and server agree?</a:t>
            </a:r>
          </a:p>
          <a:p>
            <a:r>
              <a:rPr lang="en-GB" dirty="0"/>
              <a:t>Remember that a client component is rendered on the server first</a:t>
            </a:r>
          </a:p>
          <a:p>
            <a:r>
              <a:rPr lang="en-GB" dirty="0"/>
              <a:t>Disagreement between server and client may result in</a:t>
            </a:r>
          </a:p>
          <a:p>
            <a:pPr lvl="1"/>
            <a:r>
              <a:rPr lang="en-GB" dirty="0"/>
              <a:t>At best: Hydration errors, triggering a re-render</a:t>
            </a:r>
          </a:p>
          <a:p>
            <a:pPr lvl="1"/>
            <a:r>
              <a:rPr lang="en-GB" dirty="0"/>
              <a:t>At worst: Infinite re-renders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18BE0-C2F6-175F-BB86-DC9CB4742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2A423-9353-8682-AA50-A3EE1DF3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BB701-91F5-68AB-51E2-10940F2C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3242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48AB-787C-5756-81B4-1CBCE4B97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cookies to share data between server and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EEE6-F675-84A5-C086-4B263E307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login tokens, session ids and similar</a:t>
            </a:r>
          </a:p>
          <a:p>
            <a:r>
              <a:rPr lang="en-GB" dirty="0"/>
              <a:t>On a dynamic page:</a:t>
            </a:r>
          </a:p>
          <a:p>
            <a:pPr lvl="1"/>
            <a:r>
              <a:rPr lang="en-GB" dirty="0"/>
              <a:t>Use the next.js cookies() API</a:t>
            </a:r>
          </a:p>
          <a:p>
            <a:r>
              <a:rPr lang="en-GB" dirty="0"/>
              <a:t>On a static page:</a:t>
            </a:r>
          </a:p>
          <a:p>
            <a:pPr lvl="1"/>
            <a:r>
              <a:rPr lang="en-GB" dirty="0"/>
              <a:t>Use whatever you would use in JavaScript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js</a:t>
            </a:r>
            <a:r>
              <a:rPr lang="en-GB" dirty="0">
                <a:latin typeface="Consolas" panose="020B0609020204030204" pitchFamily="49" charset="0"/>
              </a:rPr>
              <a:t>-cookie</a:t>
            </a:r>
            <a:r>
              <a:rPr lang="en-GB" dirty="0"/>
              <a:t> is popular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647D2-C159-9127-FD41-DBE5BAAC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DF3A8-95C5-AA31-5744-593A8F69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13D87-EA90-74A3-F286-2FFCDC17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22594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E394-5D26-0334-0BBB-5327D603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 aware of static vs dynamic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92F5-0CAA-62E6-E071-A86AEF5E3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 for which pages are static or dynamic</a:t>
            </a:r>
          </a:p>
          <a:p>
            <a:r>
              <a:rPr lang="en-GB" dirty="0"/>
              <a:t>Use </a:t>
            </a:r>
            <a:r>
              <a:rPr lang="en-GB" u="sng" dirty="0" err="1">
                <a:latin typeface="Consolas" panose="020B0609020204030204" pitchFamily="49" charset="0"/>
              </a:rPr>
              <a:t>npm</a:t>
            </a:r>
            <a:r>
              <a:rPr lang="en-GB" u="sng" dirty="0">
                <a:latin typeface="Consolas" panose="020B0609020204030204" pitchFamily="49" charset="0"/>
              </a:rPr>
              <a:t> run build</a:t>
            </a:r>
            <a:r>
              <a:rPr lang="en-GB" dirty="0"/>
              <a:t> to check</a:t>
            </a:r>
          </a:p>
          <a:p>
            <a:r>
              <a:rPr lang="en-GB" dirty="0"/>
              <a:t>Force dynamic if you need to</a:t>
            </a:r>
          </a:p>
          <a:p>
            <a:r>
              <a:rPr lang="en-GB" dirty="0"/>
              <a:t>Failure might have you server stale data</a:t>
            </a:r>
          </a:p>
          <a:p>
            <a:r>
              <a:rPr lang="en-GB" dirty="0"/>
              <a:t>Pitfall:</a:t>
            </a:r>
          </a:p>
          <a:p>
            <a:pPr lvl="1"/>
            <a:r>
              <a:rPr lang="en-GB" u="sng" dirty="0" err="1">
                <a:latin typeface="Consolas" panose="020B0609020204030204" pitchFamily="49" charset="0"/>
              </a:rPr>
              <a:t>npm</a:t>
            </a:r>
            <a:r>
              <a:rPr lang="en-GB" u="sng" dirty="0">
                <a:latin typeface="Consolas" panose="020B0609020204030204" pitchFamily="49" charset="0"/>
              </a:rPr>
              <a:t> run dev</a:t>
            </a:r>
            <a:r>
              <a:rPr lang="en-GB" dirty="0"/>
              <a:t> is always dynamic</a:t>
            </a:r>
          </a:p>
          <a:p>
            <a:pPr lvl="1"/>
            <a:r>
              <a:rPr lang="en-GB" dirty="0"/>
              <a:t>You need to use </a:t>
            </a:r>
            <a:r>
              <a:rPr lang="en-GB" u="sng" dirty="0" err="1">
                <a:latin typeface="Consolas" panose="020B0609020204030204" pitchFamily="49" charset="0"/>
              </a:rPr>
              <a:t>npm</a:t>
            </a:r>
            <a:r>
              <a:rPr lang="en-GB" u="sng" dirty="0">
                <a:latin typeface="Consolas" panose="020B0609020204030204" pitchFamily="49" charset="0"/>
              </a:rPr>
              <a:t> run build</a:t>
            </a:r>
            <a:r>
              <a:rPr lang="en-GB" dirty="0"/>
              <a:t> + </a:t>
            </a:r>
            <a:r>
              <a:rPr lang="en-GB" u="sng" dirty="0" err="1">
                <a:latin typeface="Consolas" panose="020B0609020204030204" pitchFamily="49" charset="0"/>
              </a:rPr>
              <a:t>npm</a:t>
            </a:r>
            <a:r>
              <a:rPr lang="en-GB" u="sng" dirty="0">
                <a:latin typeface="Consolas" panose="020B0609020204030204" pitchFamily="49" charset="0"/>
              </a:rPr>
              <a:t> start</a:t>
            </a:r>
            <a:r>
              <a:rPr lang="en-GB" dirty="0"/>
              <a:t> to test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87B4-FA10-F51E-F2F2-29D5F47D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034C0-6C45-A087-7192-6C1D449D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0B13-94EC-006D-C385-E5F57708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25</a:t>
            </a:fld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AF0FDA-25E1-CA19-0281-BA6FD6E3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744" y="1690688"/>
            <a:ext cx="2553056" cy="2467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D74A285-4E04-734C-8EC0-EC25C01B3BA2}"/>
                  </a:ext>
                </a:extLst>
              </p14:cNvPr>
              <p14:cNvContentPartPr/>
              <p14:nvPr/>
            </p14:nvContentPartPr>
            <p14:xfrm>
              <a:off x="8289720" y="1458600"/>
              <a:ext cx="762480" cy="83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D74A285-4E04-734C-8EC0-EC25C01B3B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5400" y="1454280"/>
                <a:ext cx="771120" cy="83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5198CD8-B987-4A72-3CD4-C857348B3E24}"/>
              </a:ext>
            </a:extLst>
          </p:cNvPr>
          <p:cNvGrpSpPr/>
          <p:nvPr/>
        </p:nvGrpSpPr>
        <p:grpSpPr>
          <a:xfrm>
            <a:off x="9327960" y="1194720"/>
            <a:ext cx="2234880" cy="622800"/>
            <a:chOff x="9327960" y="1194720"/>
            <a:chExt cx="223488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14C363-6C59-B073-F069-D6B1DA68FC40}"/>
                    </a:ext>
                  </a:extLst>
                </p14:cNvPr>
                <p14:cNvContentPartPr/>
                <p14:nvPr/>
              </p14:nvContentPartPr>
              <p14:xfrm>
                <a:off x="9327960" y="1194720"/>
                <a:ext cx="397440" cy="46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14C363-6C59-B073-F069-D6B1DA68FC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23640" y="1190400"/>
                  <a:ext cx="4060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839812-496B-7FF1-01D1-03BC98F89B2E}"/>
                    </a:ext>
                  </a:extLst>
                </p14:cNvPr>
                <p14:cNvContentPartPr/>
                <p14:nvPr/>
              </p14:nvContentPartPr>
              <p14:xfrm>
                <a:off x="9837360" y="1402080"/>
                <a:ext cx="248400" cy="415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839812-496B-7FF1-01D1-03BC98F89B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33040" y="1397760"/>
                  <a:ext cx="257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EFE0E3-B55E-DA26-5E34-CF7AFE37F5C1}"/>
                    </a:ext>
                  </a:extLst>
                </p14:cNvPr>
                <p14:cNvContentPartPr/>
                <p14:nvPr/>
              </p14:nvContentPartPr>
              <p14:xfrm>
                <a:off x="10234800" y="1321440"/>
                <a:ext cx="158040" cy="256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EFE0E3-B55E-DA26-5E34-CF7AFE37F5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30480" y="1317120"/>
                  <a:ext cx="166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06BC79-88CD-BD47-F330-7C55DE0B849E}"/>
                    </a:ext>
                  </a:extLst>
                </p14:cNvPr>
                <p14:cNvContentPartPr/>
                <p14:nvPr/>
              </p14:nvContentPartPr>
              <p14:xfrm>
                <a:off x="10475640" y="1398840"/>
                <a:ext cx="191160" cy="266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06BC79-88CD-BD47-F330-7C55DE0B849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71320" y="1394520"/>
                  <a:ext cx="199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9116D8-F35F-6D4C-FA87-81A59CD69715}"/>
                    </a:ext>
                  </a:extLst>
                </p14:cNvPr>
                <p14:cNvContentPartPr/>
                <p14:nvPr/>
              </p14:nvContentPartPr>
              <p14:xfrm>
                <a:off x="10827000" y="1443120"/>
                <a:ext cx="237240" cy="230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9116D8-F35F-6D4C-FA87-81A59CD697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22680" y="1438800"/>
                  <a:ext cx="245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F28C47-A0CF-A0AD-7FA5-990AC339BA11}"/>
                    </a:ext>
                  </a:extLst>
                </p14:cNvPr>
                <p14:cNvContentPartPr/>
                <p14:nvPr/>
              </p14:nvContentPartPr>
              <p14:xfrm>
                <a:off x="11231640" y="1519440"/>
                <a:ext cx="15480" cy="10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F28C47-A0CF-A0AD-7FA5-990AC339BA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227320" y="1515120"/>
                  <a:ext cx="24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10752B6-367D-C9CB-A5D4-1BD7570E0A13}"/>
                    </a:ext>
                  </a:extLst>
                </p14:cNvPr>
                <p14:cNvContentPartPr/>
                <p14:nvPr/>
              </p14:nvContentPartPr>
              <p14:xfrm>
                <a:off x="11244600" y="132252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10752B6-367D-C9CB-A5D4-1BD7570E0A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40280" y="131820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56CA9B-9474-FB74-1642-C21A0625C558}"/>
                    </a:ext>
                  </a:extLst>
                </p14:cNvPr>
                <p14:cNvContentPartPr/>
                <p14:nvPr/>
              </p14:nvContentPartPr>
              <p14:xfrm>
                <a:off x="11364840" y="1481640"/>
                <a:ext cx="198000" cy="235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56CA9B-9474-FB74-1642-C21A0625C5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360520" y="1477320"/>
                  <a:ext cx="2066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9C6FFA8-24F7-78D7-9C41-0C31E461C5CA}"/>
              </a:ext>
            </a:extLst>
          </p:cNvPr>
          <p:cNvGrpSpPr/>
          <p:nvPr/>
        </p:nvGrpSpPr>
        <p:grpSpPr>
          <a:xfrm>
            <a:off x="7251480" y="2056200"/>
            <a:ext cx="2181960" cy="999000"/>
            <a:chOff x="7251480" y="2056200"/>
            <a:chExt cx="2181960" cy="9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A0A26E-69A7-3DA7-5CB7-FD4559ECF74B}"/>
                    </a:ext>
                  </a:extLst>
                </p14:cNvPr>
                <p14:cNvContentPartPr/>
                <p14:nvPr/>
              </p14:nvContentPartPr>
              <p14:xfrm>
                <a:off x="9059400" y="2056200"/>
                <a:ext cx="374040" cy="332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A0A26E-69A7-3DA7-5CB7-FD4559ECF7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55080" y="2051880"/>
                  <a:ext cx="3826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BCCC09-E937-3A81-306E-8A2294B14E6A}"/>
                    </a:ext>
                  </a:extLst>
                </p14:cNvPr>
                <p14:cNvContentPartPr/>
                <p14:nvPr/>
              </p14:nvContentPartPr>
              <p14:xfrm>
                <a:off x="9043560" y="2454720"/>
                <a:ext cx="363600" cy="325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BCCC09-E937-3A81-306E-8A2294B14E6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39240" y="2450400"/>
                  <a:ext cx="3722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A1AB32-85C1-3E02-F44C-2425E7119CDE}"/>
                    </a:ext>
                  </a:extLst>
                </p14:cNvPr>
                <p14:cNvContentPartPr/>
                <p14:nvPr/>
              </p14:nvContentPartPr>
              <p14:xfrm>
                <a:off x="8203320" y="2648760"/>
                <a:ext cx="871200" cy="271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A1AB32-85C1-3E02-F44C-2425E7119CD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99000" y="2644440"/>
                  <a:ext cx="879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D31E77-156E-6DC6-DA1C-FDBC8A2FC2E2}"/>
                    </a:ext>
                  </a:extLst>
                </p14:cNvPr>
                <p14:cNvContentPartPr/>
                <p14:nvPr/>
              </p14:nvContentPartPr>
              <p14:xfrm>
                <a:off x="7251480" y="2687280"/>
                <a:ext cx="288360" cy="36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D31E77-156E-6DC6-DA1C-FDBC8A2FC2E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47160" y="2682960"/>
                  <a:ext cx="297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4241C7-980C-52A2-1BC2-3AC97CDD169A}"/>
                    </a:ext>
                  </a:extLst>
                </p14:cNvPr>
                <p14:cNvContentPartPr/>
                <p14:nvPr/>
              </p14:nvContentPartPr>
              <p14:xfrm>
                <a:off x="7582320" y="2616720"/>
                <a:ext cx="276840" cy="350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4241C7-980C-52A2-1BC2-3AC97CDD16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78000" y="2612400"/>
                  <a:ext cx="2854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9ED0C3-3D55-552B-9ACA-500BC8BB6274}"/>
                    </a:ext>
                  </a:extLst>
                </p14:cNvPr>
                <p14:cNvContentPartPr/>
                <p14:nvPr/>
              </p14:nvContentPartPr>
              <p14:xfrm>
                <a:off x="7783920" y="2663520"/>
                <a:ext cx="227160" cy="26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9ED0C3-3D55-552B-9ACA-500BC8BB62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79600" y="2659200"/>
                  <a:ext cx="235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B38312-4214-45D0-0D68-D282D2C6C4D7}"/>
                    </a:ext>
                  </a:extLst>
                </p14:cNvPr>
                <p14:cNvContentPartPr/>
                <p14:nvPr/>
              </p14:nvContentPartPr>
              <p14:xfrm>
                <a:off x="8723520" y="2805720"/>
                <a:ext cx="828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B38312-4214-45D0-0D68-D282D2C6C4D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19200" y="2801400"/>
                  <a:ext cx="16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317894-5EDC-EDB4-BD7F-90EEFB3B0832}"/>
                    </a:ext>
                  </a:extLst>
                </p14:cNvPr>
                <p14:cNvContentPartPr/>
                <p14:nvPr/>
              </p14:nvContentPartPr>
              <p14:xfrm>
                <a:off x="8291160" y="2552280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317894-5EDC-EDB4-BD7F-90EEFB3B08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86840" y="25479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E9CB3B-E1B6-049C-B937-EF1FC6D7BBDF}"/>
                    </a:ext>
                  </a:extLst>
                </p14:cNvPr>
                <p14:cNvContentPartPr/>
                <p14:nvPr/>
              </p14:nvContentPartPr>
              <p14:xfrm>
                <a:off x="8442000" y="2557680"/>
                <a:ext cx="119160" cy="230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E9CB3B-E1B6-049C-B937-EF1FC6D7BB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37680" y="2553360"/>
                  <a:ext cx="127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62D152-A1D8-B354-9A07-EB5CF5C6C407}"/>
                    </a:ext>
                  </a:extLst>
                </p14:cNvPr>
                <p14:cNvContentPartPr/>
                <p14:nvPr/>
              </p14:nvContentPartPr>
              <p14:xfrm>
                <a:off x="8019360" y="2727240"/>
                <a:ext cx="26280" cy="255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62D152-A1D8-B354-9A07-EB5CF5C6C4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15040" y="2722920"/>
                  <a:ext cx="34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9557E4E-8B14-B553-D5C0-5AF92BDFFCFB}"/>
                    </a:ext>
                  </a:extLst>
                </p14:cNvPr>
                <p14:cNvContentPartPr/>
                <p14:nvPr/>
              </p14:nvContentPartPr>
              <p14:xfrm>
                <a:off x="8108280" y="2471640"/>
                <a:ext cx="14040" cy="407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9557E4E-8B14-B553-D5C0-5AF92BDFFCF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03960" y="2467320"/>
                  <a:ext cx="226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800B0B-998C-3B5D-2AFD-E844823D4DBD}"/>
                    </a:ext>
                  </a:extLst>
                </p14:cNvPr>
                <p14:cNvContentPartPr/>
                <p14:nvPr/>
              </p14:nvContentPartPr>
              <p14:xfrm>
                <a:off x="8051040" y="2725800"/>
                <a:ext cx="117360" cy="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800B0B-998C-3B5D-2AFD-E844823D4D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46720" y="2721480"/>
                  <a:ext cx="126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C69697-03EE-4443-F6D6-5C9E82FF6EB3}"/>
                    </a:ext>
                  </a:extLst>
                </p14:cNvPr>
                <p14:cNvContentPartPr/>
                <p14:nvPr/>
              </p14:nvContentPartPr>
              <p14:xfrm>
                <a:off x="8311680" y="2656680"/>
                <a:ext cx="10440" cy="187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C69697-03EE-4443-F6D6-5C9E82FF6E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07360" y="2652360"/>
                  <a:ext cx="19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95FFD5-3A9B-A4CF-D038-76B9917A6439}"/>
                    </a:ext>
                  </a:extLst>
                </p14:cNvPr>
                <p14:cNvContentPartPr/>
                <p14:nvPr/>
              </p14:nvContentPartPr>
              <p14:xfrm>
                <a:off x="8373960" y="2590440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95FFD5-3A9B-A4CF-D038-76B9917A643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69640" y="25861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01638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49A9-543C-11A6-7073-AC630E00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CE49-6E10-BAFD-1DEB-32E966D1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Global management is incredibly hard</a:t>
            </a:r>
          </a:p>
          <a:p>
            <a:pPr lvl="1"/>
            <a:r>
              <a:rPr lang="en-GB" dirty="0"/>
              <a:t>Since this runs on both server and all clients (see </a:t>
            </a:r>
            <a:r>
              <a:rPr lang="en-GB" dirty="0">
                <a:hlinkClick r:id="rId2"/>
              </a:rPr>
              <a:t>this</a:t>
            </a:r>
            <a:r>
              <a:rPr lang="en-GB" dirty="0"/>
              <a:t>)</a:t>
            </a:r>
          </a:p>
          <a:p>
            <a:r>
              <a:rPr lang="en-GB" dirty="0"/>
              <a:t>My approach:</a:t>
            </a:r>
          </a:p>
          <a:p>
            <a:pPr lvl="1"/>
            <a:r>
              <a:rPr lang="en-GB" dirty="0"/>
              <a:t>In a server component:</a:t>
            </a:r>
          </a:p>
          <a:p>
            <a:pPr lvl="2"/>
            <a:r>
              <a:rPr lang="en-GB" dirty="0"/>
              <a:t>Get initial data</a:t>
            </a:r>
          </a:p>
          <a:p>
            <a:pPr lvl="2"/>
            <a:r>
              <a:rPr lang="en-GB" dirty="0"/>
              <a:t>Provide the data to the client component wrapper</a:t>
            </a:r>
          </a:p>
          <a:p>
            <a:pPr lvl="1"/>
            <a:r>
              <a:rPr lang="en-GB" dirty="0"/>
              <a:t>In the client component:</a:t>
            </a:r>
          </a:p>
          <a:p>
            <a:pPr lvl="2"/>
            <a:r>
              <a:rPr lang="en-GB" dirty="0"/>
              <a:t>Create a state using one or more uses of </a:t>
            </a:r>
            <a:r>
              <a:rPr lang="en-GB" dirty="0" err="1"/>
              <a:t>setState</a:t>
            </a:r>
            <a:r>
              <a:rPr lang="en-GB" dirty="0"/>
              <a:t>()</a:t>
            </a:r>
          </a:p>
          <a:p>
            <a:pPr lvl="2"/>
            <a:r>
              <a:rPr lang="en-GB" dirty="0"/>
              <a:t>Create a context with both the state values and the necessary setter(s)</a:t>
            </a:r>
          </a:p>
          <a:p>
            <a:pPr lvl="2"/>
            <a:r>
              <a:rPr lang="en-GB" dirty="0"/>
              <a:t>Use </a:t>
            </a:r>
            <a:r>
              <a:rPr lang="en-GB" dirty="0" err="1"/>
              <a:t>useContext</a:t>
            </a:r>
            <a:r>
              <a:rPr lang="en-GB" dirty="0"/>
              <a:t> to get the state</a:t>
            </a:r>
          </a:p>
          <a:p>
            <a:pPr lvl="2"/>
            <a:r>
              <a:rPr lang="en-GB" dirty="0"/>
              <a:t>Use and set the state as needed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F107A-2B3E-0B72-8B5A-4123B4B5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784A-413D-C52F-018A-0C173876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91BEB-3DA9-817A-05F2-E0D1A6C7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26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719C4-4C9B-BFE3-0E51-FFD088048A28}"/>
                  </a:ext>
                </a:extLst>
              </p14:cNvPr>
              <p14:cNvContentPartPr/>
              <p14:nvPr/>
            </p14:nvContentPartPr>
            <p14:xfrm>
              <a:off x="4490640" y="4197840"/>
              <a:ext cx="2797920" cy="54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719C4-4C9B-BFE3-0E51-FFD088048A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6320" y="4193520"/>
                <a:ext cx="280656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BF008C1-1B5E-D073-30C0-C612F521BFA9}"/>
              </a:ext>
            </a:extLst>
          </p:cNvPr>
          <p:cNvGrpSpPr/>
          <p:nvPr/>
        </p:nvGrpSpPr>
        <p:grpSpPr>
          <a:xfrm>
            <a:off x="5054400" y="4205040"/>
            <a:ext cx="2031480" cy="540000"/>
            <a:chOff x="5054400" y="4205040"/>
            <a:chExt cx="2031480" cy="54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C3134E-4810-9BFC-2570-902083861509}"/>
                    </a:ext>
                  </a:extLst>
                </p14:cNvPr>
                <p14:cNvContentPartPr/>
                <p14:nvPr/>
              </p14:nvContentPartPr>
              <p14:xfrm>
                <a:off x="5054400" y="4309080"/>
                <a:ext cx="99720" cy="350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C3134E-4810-9BFC-2570-9020838615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48280" y="4302960"/>
                  <a:ext cx="111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14FD44-E985-2BD3-A5FC-44935F983830}"/>
                    </a:ext>
                  </a:extLst>
                </p14:cNvPr>
                <p14:cNvContentPartPr/>
                <p14:nvPr/>
              </p14:nvContentPartPr>
              <p14:xfrm>
                <a:off x="5334480" y="4364880"/>
                <a:ext cx="8280" cy="33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14FD44-E985-2BD3-A5FC-44935F983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28360" y="4358760"/>
                  <a:ext cx="205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957921-9084-0891-09BF-3269F723B23E}"/>
                    </a:ext>
                  </a:extLst>
                </p14:cNvPr>
                <p14:cNvContentPartPr/>
                <p14:nvPr/>
              </p14:nvContentPartPr>
              <p14:xfrm>
                <a:off x="5265000" y="4347600"/>
                <a:ext cx="531360" cy="37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957921-9084-0891-09BF-3269F723B2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58880" y="4341480"/>
                  <a:ext cx="5436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6C3B73-D480-AF66-1BE6-EDFA99579410}"/>
                    </a:ext>
                  </a:extLst>
                </p14:cNvPr>
                <p14:cNvContentPartPr/>
                <p14:nvPr/>
              </p14:nvContentPartPr>
              <p14:xfrm>
                <a:off x="5957280" y="4467840"/>
                <a:ext cx="172800" cy="24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6C3B73-D480-AF66-1BE6-EDFA995794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51160" y="4461720"/>
                  <a:ext cx="185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8D5034-D4F7-A560-A196-5AA538695F07}"/>
                    </a:ext>
                  </a:extLst>
                </p14:cNvPr>
                <p14:cNvContentPartPr/>
                <p14:nvPr/>
              </p14:nvContentPartPr>
              <p14:xfrm>
                <a:off x="6240600" y="4489800"/>
                <a:ext cx="235080" cy="21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8D5034-D4F7-A560-A196-5AA538695F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34480" y="4483680"/>
                  <a:ext cx="247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4593E9-981F-2ACF-51D1-56AFD91C2EDA}"/>
                    </a:ext>
                  </a:extLst>
                </p14:cNvPr>
                <p14:cNvContentPartPr/>
                <p14:nvPr/>
              </p14:nvContentPartPr>
              <p14:xfrm>
                <a:off x="6715800" y="4205040"/>
                <a:ext cx="22680" cy="465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4593E9-981F-2ACF-51D1-56AFD91C2E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09680" y="4198920"/>
                  <a:ext cx="349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5D7E36-D007-94DE-67DC-36EC91A2BBA9}"/>
                    </a:ext>
                  </a:extLst>
                </p14:cNvPr>
                <p14:cNvContentPartPr/>
                <p14:nvPr/>
              </p14:nvContentPartPr>
              <p14:xfrm>
                <a:off x="6660720" y="4536600"/>
                <a:ext cx="182160" cy="12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5D7E36-D007-94DE-67DC-36EC91A2BBA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4600" y="4530480"/>
                  <a:ext cx="194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9DFE4-777A-96BD-B649-AFBFEC839626}"/>
                    </a:ext>
                  </a:extLst>
                </p14:cNvPr>
                <p14:cNvContentPartPr/>
                <p14:nvPr/>
              </p14:nvContentPartPr>
              <p14:xfrm>
                <a:off x="6897960" y="4265160"/>
                <a:ext cx="187920" cy="479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9DFE4-777A-96BD-B649-AFBFEC8396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91840" y="4259040"/>
                  <a:ext cx="200160" cy="49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345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869A-00D7-00D9-F7D3-B8E1893A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6A55-F880-9CBE-45F7-7050E7CC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Use Next.js for SSR and/or SSG</a:t>
            </a:r>
          </a:p>
          <a:p>
            <a:pPr lvl="1"/>
            <a:r>
              <a:rPr lang="en-DK" dirty="0"/>
              <a:t>(Alternatives: Nuxt.js, Quasar, ...)</a:t>
            </a:r>
          </a:p>
          <a:p>
            <a:r>
              <a:rPr lang="en-DK" dirty="0"/>
              <a:t>Be aware of which parts are dynamic and which parts are static</a:t>
            </a:r>
          </a:p>
          <a:p>
            <a:r>
              <a:rPr lang="en-DK" dirty="0"/>
              <a:t>Test in </a:t>
            </a:r>
            <a:r>
              <a:rPr lang="en-DK" i="1" dirty="0"/>
              <a:t>both</a:t>
            </a:r>
            <a:r>
              <a:rPr lang="en-DK" dirty="0"/>
              <a:t> developer and </a:t>
            </a:r>
            <a:r>
              <a:rPr lang="en-DK"/>
              <a:t>production mode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C7B90-B58F-36A6-064A-10139136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17/11/2025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D428B-34D1-07FC-A6D3-DE4C83A03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FD3A4-7821-9438-4126-B1E567CC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261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983B17C9-6E37-4D8D-B807-A2A035056A8C}" vid="{56CD12B6-0C3C-46B0-99D3-EA561B8932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1472</TotalTime>
  <Words>1841</Words>
  <Application>Microsoft Office PowerPoint</Application>
  <PresentationFormat>Widescreen</PresentationFormat>
  <Paragraphs>303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Office Theme</vt:lpstr>
      <vt:lpstr>WEB3, Session 11</vt:lpstr>
      <vt:lpstr>The more things change … (1999)</vt:lpstr>
      <vt:lpstr>… the more they stay the same (2024)</vt:lpstr>
      <vt:lpstr>To SPA and back</vt:lpstr>
      <vt:lpstr>Where does that leave us?</vt:lpstr>
      <vt:lpstr>Rendering and user interaction</vt:lpstr>
      <vt:lpstr>Rendering in SSR/SSG</vt:lpstr>
      <vt:lpstr>Page generation and data fetching</vt:lpstr>
      <vt:lpstr>Hydration</vt:lpstr>
      <vt:lpstr>Next.js</vt:lpstr>
      <vt:lpstr>Next.js scripts</vt:lpstr>
      <vt:lpstr>Next.js pages and routes</vt:lpstr>
      <vt:lpstr>Layout</vt:lpstr>
      <vt:lpstr>Page</vt:lpstr>
      <vt:lpstr>Server and client component</vt:lpstr>
      <vt:lpstr>A Client Component (excerpts)</vt:lpstr>
      <vt:lpstr>Dynamic and static rendering</vt:lpstr>
      <vt:lpstr>Forcing dynamic/static rendering</vt:lpstr>
      <vt:lpstr>Using Web Sockets</vt:lpstr>
      <vt:lpstr>useEffect</vt:lpstr>
      <vt:lpstr>Web socket in Next.js client component</vt:lpstr>
      <vt:lpstr>Advice and pitfalls</vt:lpstr>
      <vt:lpstr>Be aware of both server and client</vt:lpstr>
      <vt:lpstr>Use cookies to share data between server and client</vt:lpstr>
      <vt:lpstr>Be aware of static vs dynamic generation</vt:lpstr>
      <vt:lpstr>State management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85</cp:revision>
  <dcterms:created xsi:type="dcterms:W3CDTF">2024-11-17T12:33:31Z</dcterms:created>
  <dcterms:modified xsi:type="dcterms:W3CDTF">2025-11-17T10:06:42Z</dcterms:modified>
</cp:coreProperties>
</file>