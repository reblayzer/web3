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0BE78-136C-4EB0-82F8-6F89320A54EA}" type="datetimeFigureOut">
              <a:rPr lang="en-DK" smtClean="0"/>
              <a:t>24/11/2025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A648-1CE8-47C1-8D94-DC119F73BBF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0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BF21-D100-58BA-2A9A-AA47992FE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3EB9C-721A-9FB8-5398-4E371F2D9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6E3C-6FF1-3F8B-2D7E-FFFA717F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392FD-379A-43EF-B521-645325000CC0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01E2-FD53-F774-6341-8F8C917D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175DA-A416-D7BB-6DC8-FE452C28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993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A2DD-7D3A-3B8C-D934-FBC7818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A4B64-6FC0-6FF4-F571-2FEAD9E9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E055-36E6-DDAB-47F8-D7C3974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2B1E-A6EF-6D79-CA0B-254AA7BC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2D1D-04C3-D5A1-FE28-609F2CA3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872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A2DD-7D3A-3B8C-D934-FBC7818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E055-36E6-DDAB-47F8-D7C3974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97FE-D1A0-4415-8424-9D0DD0C9B6F2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2B1E-A6EF-6D79-CA0B-254AA7BC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2D1D-04C3-D5A1-FE28-609F2CA3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D8C12E-0F49-1D34-0629-634F2DC4E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715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AFC1-6D2F-AAE8-D948-6612CA8F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23F6-6024-B948-1F10-2D8160FD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E4093-7D3B-46F0-B134-FA1D41D0750C}" type="datetime1">
              <a:rPr lang="en-GB" smtClean="0"/>
              <a:t>24/11/2025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E20-1361-95E8-EC37-2CB36475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27B2-DE24-3568-5ABF-40683F3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A377D9-3740-2C83-B406-E753A84E5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EFDB3C-90B0-2C0C-2115-D4B04E0D20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544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017C-A21A-BEA1-1594-C9950B1C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21E1-3DBF-75ED-09C5-F5D57312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45445-75A3-F04F-FCB1-4507EB030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83618-08DA-003D-87E9-F18FD2D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5D3F-7175-495B-9EBA-23EFABDFFDE4}" type="datetime1">
              <a:rPr lang="en-GB" smtClean="0"/>
              <a:t>24/11/2025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9EBC-C621-BA51-A1CB-C6A9EF10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B41B6-1981-B89F-8CFE-DCB48D14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512E6A2-2293-A928-AB39-32D7D9B74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8EAD0E3-90AA-B15A-88B3-788DBF88D2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80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A6DB-E428-3E3C-5810-14D00E9D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B175-2DA6-A4C3-F3B8-4DCF20A18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564D-DD79-04C4-8B8C-709511FD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40DE-560F-49EC-947F-96B0BAAE894C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06FE-7737-9395-BA25-DAB5C598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FE83-558E-76DE-1FF2-4D4DAECE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315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AFC1-6D2F-AAE8-D948-6612CA8F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5F89-5DB5-8D97-C1ED-626686EA8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02F52-C039-B7D0-A6D7-9739AE8CE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23F6-6024-B948-1F10-2D8160FD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FBE2-17ED-4487-A6AD-53E5CC708D51}" type="datetime1">
              <a:rPr lang="en-GB" smtClean="0"/>
              <a:t>24/11/2025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E20-1361-95E8-EC37-2CB36475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27B2-DE24-3568-5ABF-40683F3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70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017C-A21A-BEA1-1594-C9950B1C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21E1-3DBF-75ED-09C5-F5D57312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3E915-DEB9-6FC4-AD93-375F5E2C1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45445-75A3-F04F-FCB1-4507EB030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EDB7-2DD9-A236-98FC-512EBBE44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83618-08DA-003D-87E9-F18FD2D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6DC4-28AD-4138-B93F-56B62008EDF1}" type="datetime1">
              <a:rPr lang="en-GB" smtClean="0"/>
              <a:t>24/11/2025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9EBC-C621-BA51-A1CB-C6A9EF10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B41B6-1981-B89F-8CFE-DCB48D14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738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418A-057B-4C2E-93FA-17F897B8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0CD17-38F4-7700-1B9A-633B6963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7B48-7300-4AA3-A318-3DF410CB4F23}" type="datetime1">
              <a:rPr lang="en-GB" smtClean="0"/>
              <a:t>24/11/2025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FE04E-4D0B-72FA-C518-84AA1A4B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E4D84-6DDF-2077-A41A-4F01E316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217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81138-4B66-1778-1AA7-726624EE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52B6-2546-43FF-B3EF-41EE09B1A28D}" type="datetime1">
              <a:rPr lang="en-GB" smtClean="0"/>
              <a:t>24/11/2025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35E46-99EE-E6D6-8659-EFD15062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95D54-747E-93C2-C364-E01401D7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077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64F1-2A11-CFFA-28AD-04F1DFDA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E1A9-D7D8-2E14-5C65-010F7B6E3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9F927-A4B5-C63C-D954-DE99094C3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2D662-5562-7F73-75D8-58C4256B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A3DE-D664-485B-A670-4F9846D9F00F}" type="datetime1">
              <a:rPr lang="en-GB" smtClean="0"/>
              <a:t>24/11/2025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2CD43-D4BB-EB77-B425-6770D342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A971C-C823-2BEF-1354-11684A3B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97059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D457-6F22-45D1-EE6D-8EEF07BA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BAEFD-A631-F37B-806A-BB637DBA3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3D8DA-DE0F-03CA-68E0-669B0075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DCC81-4FAC-A639-541C-B75B43AA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8E3B-E64A-4693-A308-7951ECA79B15}" type="datetime1">
              <a:rPr lang="en-GB" smtClean="0"/>
              <a:t>24/11/2025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D2025-6D17-CFF4-C718-8CF60332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7822F-E4DE-EF3D-CA30-F5CCDE7C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42213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BB00-C781-D8D8-3810-CCF06B87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17AEE-F21D-FB0D-C686-A3F0FD5B2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19BF-8410-323B-094A-5A0BACBD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B53B-F8BB-43CD-B391-40C014116A36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B115-C233-AABF-4ED7-913BC011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284D-E360-98EB-28A2-3FE7EF7B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7031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84C95-30FE-3D62-185E-5AA38C690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8C976-24F7-D2FE-BECA-961D27396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D152-5620-08B7-B73D-EC5548C1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8B8D-3A7E-4793-8999-657BC3EF6574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58138-0F5E-CEB7-35CC-69A07261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8787-DC29-887B-E5FE-4C320E38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190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51E99-CAEA-8CBF-A5FC-012A6EE9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C0E41-C896-0F99-45A3-B81FAFD64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9CAF-3489-0443-23F3-4CD8F218B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4C8AB-6B00-48F2-89BC-5CCAE9514F64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0A08-A693-B5A1-176D-719DC267F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F30A6-9A94-E5BE-138A-62628E3D9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609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3090-ABB0-EA63-E6BD-B64D8A605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Web3, Session 12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3E6E0-17F9-91E7-C03C-5B4F062BC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Exam</a:t>
            </a:r>
            <a:endParaRPr lang="en-D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7FAC4-A02A-DE70-BAE7-5DB480DC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FCB8-642A-4A5E-B6E8-4571E484A705}" type="datetime1">
              <a:rPr lang="en-GB" smtClean="0"/>
              <a:t>24/11/2025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4DB3A-2F82-959F-C553-4CE60E1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96329-581A-DA6A-71CD-5FDF0FF3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7494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CAED-11B6-C2A8-EDA4-CB1EEA01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2480-E117-3978-8379-20DE7C37E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Oral exam </a:t>
            </a:r>
          </a:p>
          <a:p>
            <a:r>
              <a:rPr lang="en-GB" dirty="0"/>
              <a:t>20 minutes including setup, deliberation, and all that</a:t>
            </a:r>
          </a:p>
          <a:p>
            <a:r>
              <a:rPr lang="en-GB" dirty="0"/>
              <a:t>You will draw to cards with numbers 1 - 6</a:t>
            </a:r>
          </a:p>
          <a:p>
            <a:r>
              <a:rPr lang="en-GB" dirty="0"/>
              <a:t>The numbers correspond to the 6 assignments</a:t>
            </a:r>
          </a:p>
          <a:p>
            <a:r>
              <a:rPr lang="en-GB" dirty="0"/>
              <a:t>You choose one of the two assignments to begin with</a:t>
            </a:r>
          </a:p>
          <a:p>
            <a:r>
              <a:rPr lang="en-GB" dirty="0"/>
              <a:t>In the next ~7 minutes</a:t>
            </a:r>
          </a:p>
          <a:p>
            <a:pPr lvl="1"/>
            <a:r>
              <a:rPr lang="en-GB" dirty="0"/>
              <a:t>You show and explain some of your code</a:t>
            </a:r>
          </a:p>
          <a:p>
            <a:pPr lvl="1"/>
            <a:r>
              <a:rPr lang="en-GB" dirty="0"/>
              <a:t>I ask questions of your code</a:t>
            </a:r>
          </a:p>
          <a:p>
            <a:pPr lvl="1"/>
            <a:r>
              <a:rPr lang="en-GB" dirty="0"/>
              <a:t>I ask general questions of the relevant theory (details later)</a:t>
            </a:r>
          </a:p>
          <a:p>
            <a:r>
              <a:rPr lang="en-GB" dirty="0"/>
              <a:t>We then proceed with the other assignment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9EF2-3205-6BAB-849A-3A88EB5C7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680A9-8103-2811-6549-6132D57B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863D6-1FBA-9AA8-DC7D-AD1F6EF7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858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2859-12FB-2B7D-D2B5-F7A2FFBD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3E04-6759-9B02-B578-17F1A0D7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76C2-700D-DA36-32B3-2E4CE4A1C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You draw numbers 1 and 2</a:t>
            </a:r>
          </a:p>
          <a:p>
            <a:r>
              <a:rPr lang="en-GB" dirty="0"/>
              <a:t>You handed in the TypeScript/Vue.js/</a:t>
            </a:r>
            <a:r>
              <a:rPr lang="en-GB" dirty="0" err="1"/>
              <a:t>GraphQL</a:t>
            </a:r>
            <a:r>
              <a:rPr lang="en-GB" dirty="0"/>
              <a:t> assignments (1-3) as one project</a:t>
            </a:r>
          </a:p>
          <a:p>
            <a:r>
              <a:rPr lang="en-GB" dirty="0"/>
              <a:t>We will cover the TypeScript and Vue.js aspects of the project and the theory</a:t>
            </a:r>
          </a:p>
          <a:p>
            <a:r>
              <a:rPr lang="en-GB" dirty="0"/>
              <a:t>Maybe you choose to start with Vue.js</a:t>
            </a:r>
          </a:p>
          <a:p>
            <a:r>
              <a:rPr lang="en-GB" dirty="0"/>
              <a:t>You show the code</a:t>
            </a:r>
          </a:p>
          <a:p>
            <a:r>
              <a:rPr lang="en-GB" dirty="0"/>
              <a:t>I will ask about e.g. binding, control structures, re-rendering, components with slots, routing, props and emits and state management</a:t>
            </a:r>
          </a:p>
          <a:p>
            <a:r>
              <a:rPr lang="en-GB" dirty="0"/>
              <a:t>Don't prepare a presentation</a:t>
            </a:r>
          </a:p>
          <a:p>
            <a:r>
              <a:rPr lang="en-GB" dirty="0"/>
              <a:t>It's okay to have notes, but remember that we can see if you're reading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EB4B6-4FAF-7AAA-60EF-DD83AB6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91581-BD0C-4224-F232-98C4AB26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F5A98-9F96-83CB-A698-A5F35BC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658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98ED-BFBF-9194-398E-C3E7360C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What's relevant for each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51340-AF3E-DFAD-730A-A49FD0D00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Assignment 1	</a:t>
            </a:r>
          </a:p>
          <a:p>
            <a:pPr lvl="1"/>
            <a:r>
              <a:rPr lang="en-GB" dirty="0"/>
              <a:t>TypeScript types and how you use them to avoid errors</a:t>
            </a:r>
          </a:p>
          <a:p>
            <a:r>
              <a:rPr lang="en-GB" dirty="0"/>
              <a:t>Assignment 2</a:t>
            </a:r>
          </a:p>
          <a:p>
            <a:pPr lvl="1"/>
            <a:r>
              <a:rPr lang="en-GB" dirty="0"/>
              <a:t>Vue.js and state management</a:t>
            </a:r>
          </a:p>
          <a:p>
            <a:r>
              <a:rPr lang="en-GB" dirty="0"/>
              <a:t>Assignment 3</a:t>
            </a:r>
          </a:p>
          <a:p>
            <a:pPr lvl="1"/>
            <a:r>
              <a:rPr lang="en-GB" dirty="0" err="1"/>
              <a:t>GraphQL</a:t>
            </a:r>
            <a:r>
              <a:rPr lang="en-GB" dirty="0"/>
              <a:t> theory and implementation</a:t>
            </a:r>
          </a:p>
          <a:p>
            <a:r>
              <a:rPr lang="en-GB" dirty="0"/>
              <a:t>Assignment 4</a:t>
            </a:r>
          </a:p>
          <a:p>
            <a:pPr lvl="1"/>
            <a:r>
              <a:rPr lang="en-GB" dirty="0"/>
              <a:t>Functional programming and tools to help with functional programming</a:t>
            </a:r>
          </a:p>
          <a:p>
            <a:r>
              <a:rPr lang="en-GB" dirty="0"/>
              <a:t>Assignment 5</a:t>
            </a:r>
          </a:p>
          <a:p>
            <a:pPr lvl="1"/>
            <a:r>
              <a:rPr lang="en-GB" dirty="0"/>
              <a:t>Redux, </a:t>
            </a:r>
            <a:r>
              <a:rPr lang="en-GB" dirty="0" err="1"/>
              <a:t>RxJS</a:t>
            </a:r>
            <a:endParaRPr lang="en-GB" dirty="0"/>
          </a:p>
          <a:p>
            <a:r>
              <a:rPr lang="en-GB" dirty="0"/>
              <a:t>Assignment 6</a:t>
            </a:r>
          </a:p>
          <a:p>
            <a:pPr lvl="1"/>
            <a:r>
              <a:rPr lang="en-GB" dirty="0"/>
              <a:t>SSR, Next.js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C7E6-827E-2D67-48E8-11D2E700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949B5-800D-1D09-4D85-07BE8BDD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1404-4E26-834C-EDAA-E55ED41C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474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E0B1-C224-86A5-548F-3DAF28AB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5ADE-61C6-5080-65CE-B2D2D3BBB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course description:</a:t>
            </a:r>
          </a:p>
          <a:p>
            <a:pPr lvl="1"/>
            <a:r>
              <a:rPr lang="en-GB" dirty="0"/>
              <a:t>Explain the elements of the TypeScript type system</a:t>
            </a:r>
          </a:p>
          <a:p>
            <a:pPr lvl="1"/>
            <a:r>
              <a:rPr lang="en-GB" dirty="0"/>
              <a:t>Explain the function of TypeScript utility types</a:t>
            </a:r>
          </a:p>
          <a:p>
            <a:pPr lvl="1"/>
            <a:r>
              <a:rPr lang="en-GB" dirty="0"/>
              <a:t>Apply OO programming in TypeScript</a:t>
            </a:r>
          </a:p>
          <a:p>
            <a:pPr lvl="1"/>
            <a:r>
              <a:rPr lang="en-GB" dirty="0"/>
              <a:t>Design and implement a web application using one or more of the techniques taught in the course</a:t>
            </a:r>
          </a:p>
          <a:p>
            <a:r>
              <a:rPr lang="en-GB" dirty="0"/>
              <a:t>I will ask about e.g. basic type operators, discriminating unions, casting and narrowing, immutability, utility types, type manipulations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9AAE2-041B-23F8-FE14-D744D811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6CF67-7B92-958D-6F7F-99CC37EE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7AC6-BED0-A29C-9027-E7C43265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07918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0EDA-A539-1E27-19A6-BAD12C83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69D9-F6AC-933B-9FAE-070C099A8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From the course description:</a:t>
            </a:r>
          </a:p>
          <a:p>
            <a:pPr lvl="1"/>
            <a:r>
              <a:rPr lang="en-GB" dirty="0"/>
              <a:t>explain relevant client programming design patterns.</a:t>
            </a:r>
          </a:p>
          <a:p>
            <a:pPr lvl="1"/>
            <a:r>
              <a:rPr lang="en-GB" dirty="0"/>
              <a:t>explain mechanisms for rendering and re-rendering</a:t>
            </a:r>
          </a:p>
          <a:p>
            <a:pPr lvl="1"/>
            <a:r>
              <a:rPr lang="en-GB" dirty="0"/>
              <a:t>apply at least two web client frameworks and at least two state management frameworks</a:t>
            </a:r>
          </a:p>
          <a:p>
            <a:pPr lvl="1"/>
            <a:r>
              <a:rPr lang="en-GB" dirty="0"/>
              <a:t>argue for the choice of state management techniques in web client</a:t>
            </a:r>
          </a:p>
          <a:p>
            <a:pPr lvl="1"/>
            <a:r>
              <a:rPr lang="en-GB" dirty="0"/>
              <a:t>design and implement a web application using one or more of the techniques taught in the course</a:t>
            </a:r>
          </a:p>
          <a:p>
            <a:r>
              <a:rPr lang="en-GB" dirty="0"/>
              <a:t>I will ask about e.g. binding, control structures, re-rendering, components with slots, routing, props and emits and state management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9972A-A634-DAD9-2A44-C29710AC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15B11-B420-F884-BBEC-A34361F1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BCC2A-407C-09E5-77E4-6E52AD5C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234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35F1-A235-BF86-4219-56FD713B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0979-F184-534D-BF6A-A30B15250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the course description</a:t>
            </a:r>
          </a:p>
          <a:p>
            <a:pPr lvl="1"/>
            <a:r>
              <a:rPr lang="en-GB" dirty="0"/>
              <a:t>implement a server using TypeScript</a:t>
            </a:r>
          </a:p>
          <a:p>
            <a:pPr lvl="1"/>
            <a:r>
              <a:rPr lang="en-GB" dirty="0"/>
              <a:t>design and implement a web application using one or more of the techniques and technologies taught in the course</a:t>
            </a:r>
          </a:p>
          <a:p>
            <a:r>
              <a:rPr lang="en-GB" dirty="0"/>
              <a:t>I will ask about e.g. </a:t>
            </a:r>
            <a:r>
              <a:rPr lang="en-GB" dirty="0" err="1"/>
              <a:t>GraphQL</a:t>
            </a:r>
            <a:r>
              <a:rPr lang="en-GB" dirty="0"/>
              <a:t> types and queries, resolvers, </a:t>
            </a:r>
            <a:r>
              <a:rPr lang="en-GB" dirty="0" err="1"/>
              <a:t>GraphQL</a:t>
            </a:r>
            <a:r>
              <a:rPr lang="en-GB" dirty="0"/>
              <a:t> client, web sockets, server-sent events, </a:t>
            </a:r>
            <a:r>
              <a:rPr lang="en-GB" dirty="0" err="1"/>
              <a:t>GraphQL</a:t>
            </a:r>
            <a:r>
              <a:rPr lang="en-GB"/>
              <a:t> subscriptions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A81C-524F-0305-71A9-79A2E58C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01ABC-98B2-EB2B-2D15-80B966875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E8719-E577-8C04-D207-E1C02298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6606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98E4-00D5-DC33-A159-31A5A683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B0ACA-01E6-7580-D3DB-FC35F7255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the course description:</a:t>
            </a:r>
          </a:p>
          <a:p>
            <a:pPr lvl="1"/>
            <a:r>
              <a:rPr lang="en-GB" dirty="0"/>
              <a:t>explain the definition of functional programming</a:t>
            </a:r>
          </a:p>
          <a:p>
            <a:pPr lvl="1"/>
            <a:r>
              <a:rPr lang="en-GB" dirty="0"/>
              <a:t>apply functional programming in TypeScript</a:t>
            </a:r>
          </a:p>
          <a:p>
            <a:pPr lvl="1"/>
            <a:r>
              <a:rPr lang="en-GB" dirty="0"/>
              <a:t>apply callbacks and higher-order functions in TypeScript</a:t>
            </a:r>
          </a:p>
          <a:p>
            <a:pPr lvl="1"/>
            <a:r>
              <a:rPr lang="en-GB" dirty="0"/>
              <a:t>design and implement a web application using one or more of the techniques and technologies taught in the course</a:t>
            </a:r>
          </a:p>
          <a:p>
            <a:r>
              <a:rPr lang="en-GB" dirty="0"/>
              <a:t>I will be asking about e.g. immutability, purity, functional libraries, pipelining (with map, filter, </a:t>
            </a:r>
            <a:r>
              <a:rPr lang="en-GB" dirty="0" err="1"/>
              <a:t>flatMap</a:t>
            </a:r>
            <a:r>
              <a:rPr lang="en-GB" dirty="0"/>
              <a:t>, etc.), currying, persistent data structures (immutable.js), lightweight proxies (immutable.js sequences)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0BA6A-D692-0406-ADDD-00F48DE1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91B33-212A-49B3-1F3A-3C1DFF55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86048-AA49-7375-ACC4-0AEC5FCA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8788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9015-30AB-21E0-EE26-72C539494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ED9A-7318-4B7F-D1E0-2249E5058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From the course description:</a:t>
            </a:r>
          </a:p>
          <a:p>
            <a:pPr lvl="1"/>
            <a:r>
              <a:rPr lang="en-GB" dirty="0"/>
              <a:t>explain relevant client programming design patterns</a:t>
            </a:r>
          </a:p>
          <a:p>
            <a:pPr lvl="1"/>
            <a:r>
              <a:rPr lang="en-GB" dirty="0"/>
              <a:t>explain mechanisms for rendering and re-rendering</a:t>
            </a:r>
          </a:p>
          <a:p>
            <a:pPr lvl="1"/>
            <a:r>
              <a:rPr lang="en-GB" dirty="0"/>
              <a:t>explain the components of reactive programming</a:t>
            </a:r>
          </a:p>
          <a:p>
            <a:pPr lvl="1"/>
            <a:r>
              <a:rPr lang="en-GB" dirty="0"/>
              <a:t>apply at least two web client frameworks and at least two state management frameworks</a:t>
            </a:r>
          </a:p>
          <a:p>
            <a:pPr lvl="1"/>
            <a:r>
              <a:rPr lang="en-GB" dirty="0"/>
              <a:t>use reactive programming in the client</a:t>
            </a:r>
          </a:p>
          <a:p>
            <a:pPr lvl="1"/>
            <a:r>
              <a:rPr lang="en-GB" dirty="0"/>
              <a:t>design and implement a web application using one or more of the techniques and technologies taught in the course</a:t>
            </a:r>
          </a:p>
          <a:p>
            <a:r>
              <a:rPr lang="en-GB" dirty="0"/>
              <a:t>I will be asking about e.g.: One-way data flow, reducers, slices, </a:t>
            </a:r>
            <a:r>
              <a:rPr lang="en-GB" dirty="0" err="1"/>
              <a:t>thunks</a:t>
            </a:r>
            <a:r>
              <a:rPr lang="en-GB" dirty="0"/>
              <a:t>, (</a:t>
            </a:r>
            <a:r>
              <a:rPr lang="en-GB" dirty="0" err="1"/>
              <a:t>RxJS</a:t>
            </a:r>
            <a:r>
              <a:rPr lang="en-GB" dirty="0"/>
              <a:t>) observables, subjects, pipes and operators, merge vs </a:t>
            </a:r>
            <a:r>
              <a:rPr lang="en-GB" dirty="0" err="1"/>
              <a:t>concat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B5549-F301-AD52-A1F9-5A528894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E2850-B262-1D64-32AB-BD4A5E22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F3B28-213C-0E78-BD30-7C4FDCC5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4174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A058-3C57-DAF5-7244-3B0EEF4A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540D9-D270-8620-4369-CE370648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From the course description:</a:t>
            </a:r>
          </a:p>
          <a:p>
            <a:pPr lvl="1"/>
            <a:r>
              <a:rPr lang="en-GB" dirty="0"/>
              <a:t>implement server-side rendering</a:t>
            </a:r>
          </a:p>
          <a:p>
            <a:pPr lvl="1"/>
            <a:r>
              <a:rPr lang="en-GB" dirty="0"/>
              <a:t>argue for the choice of server-side and client-side rendering</a:t>
            </a:r>
          </a:p>
          <a:p>
            <a:pPr lvl="1"/>
            <a:r>
              <a:rPr lang="en-GB" dirty="0"/>
              <a:t>design and implement a web application using one or more of the techniques and technologies taught in the course</a:t>
            </a:r>
          </a:p>
          <a:p>
            <a:r>
              <a:rPr lang="en-GB" dirty="0"/>
              <a:t>I will be asking about e.g. static vs dynamic pages, client vs server components, app routing, hydration, how to avoid hydration errors, state management in SSR applications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2DD5F-9BAC-3684-2F20-5F6F15EA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9B36F-6A20-17D9-CAC3-D7FEF16D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7E441-EDEE-7196-7181-9BA0681E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5146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3DCE-E4FB-CD33-CB0B-09EA254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521F-FDDB-9C90-64B1-FE63C8444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B0A3A-3522-6566-451A-4E271F32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83B9-126C-4932-94BE-502505D2BD01}" type="datetime1">
              <a:rPr lang="en-GB" smtClean="0"/>
              <a:t>24/11/2025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BCA70-EAA3-18A3-124E-20C1BC1F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oih@via.dk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BCAC7-9FA5-2A3F-AD86-767CB5A2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3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990285C2-6AC8-479E-85E3-B63239923C71}" vid="{BF064377-EE22-49B5-92DB-D56D67891F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197</TotalTime>
  <Words>836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Web3, Session 12</vt:lpstr>
      <vt:lpstr>Format</vt:lpstr>
      <vt:lpstr>Example</vt:lpstr>
      <vt:lpstr>What's relevant for each assignments</vt:lpstr>
      <vt:lpstr>Assignment 1</vt:lpstr>
      <vt:lpstr>Assignment 2</vt:lpstr>
      <vt:lpstr>Assignment 3</vt:lpstr>
      <vt:lpstr>Assignment 4</vt:lpstr>
      <vt:lpstr>Assignment 5</vt:lpstr>
      <vt:lpstr>Assignment 6</vt:lpstr>
      <vt:lpstr>Questions?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17</cp:revision>
  <dcterms:created xsi:type="dcterms:W3CDTF">2025-11-23T12:09:56Z</dcterms:created>
  <dcterms:modified xsi:type="dcterms:W3CDTF">2025-11-24T08:55:29Z</dcterms:modified>
</cp:coreProperties>
</file>